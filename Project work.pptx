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9" r:id="rId3"/>
    <p:sldId id="262" r:id="rId4"/>
    <p:sldId id="263" r:id="rId5"/>
    <p:sldId id="261" r:id="rId6"/>
    <p:sldId id="264" r:id="rId7"/>
    <p:sldId id="265" r:id="rId8"/>
    <p:sldId id="258" r:id="rId9"/>
    <p:sldId id="266" r:id="rId10"/>
    <p:sldId id="260" r:id="rId11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6750AC01-D39D-4F3A-9DC8-2A211EE986A2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it-IT" noProof="0" dirty="0"/>
            <a:t>Campionamento e selezione degli indici	</a:t>
          </a:r>
        </a:p>
      </dgm:t>
    </dgm:pt>
    <dgm:pt modelId="{720680DC-AAA4-4434-A582-60EBCC5BA355}" type="parTrans" cxnId="{0B5DAE5F-BCDC-4BF7-A6E7-CF856886A64D}">
      <dgm:prSet/>
      <dgm:spPr/>
      <dgm:t>
        <a:bodyPr rtlCol="0"/>
        <a:lstStyle/>
        <a:p>
          <a:pPr rtl="0"/>
          <a:endParaRPr lang="it-IT" noProof="0" dirty="0"/>
        </a:p>
      </dgm:t>
    </dgm:pt>
    <dgm:pt modelId="{CA077D98-8478-47EA-B6A9-99ACE60C64D4}" type="sibTrans" cxnId="{0B5DAE5F-BCDC-4BF7-A6E7-CF856886A64D}">
      <dgm:prSet/>
      <dgm:spPr/>
      <dgm:t>
        <a:bodyPr rtlCol="0"/>
        <a:lstStyle/>
        <a:p>
          <a:pPr rtl="0"/>
          <a:endParaRPr lang="it-IT" noProof="0" dirty="0"/>
        </a:p>
      </dgm:t>
    </dgm:pt>
    <dgm:pt modelId="{0BEF68B8-1228-47BB-83B5-7B9CD1E3F84E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/>
            <a:t>Analisi del </a:t>
          </a:r>
          <a:r>
            <a:rPr lang="de-DE" noProof="0" dirty="0" err="1"/>
            <a:t>dataset</a:t>
          </a:r>
          <a:r>
            <a:rPr lang="de-DE" noProof="0" dirty="0"/>
            <a:t> </a:t>
          </a:r>
          <a:r>
            <a:rPr lang="de-DE" noProof="0" dirty="0" err="1"/>
            <a:t>su</a:t>
          </a:r>
          <a:r>
            <a:rPr lang="de-DE" noProof="0" dirty="0"/>
            <a:t> R  </a:t>
          </a:r>
          <a:endParaRPr lang="it-IT" noProof="0" dirty="0"/>
        </a:p>
      </dgm:t>
    </dgm:pt>
    <dgm:pt modelId="{FD949706-EDCC-4ADC-8EDF-8EDA49C92325}" type="sibTrans" cxnId="{EDEF4F82-1237-4639-A0F7-385C1897CE66}">
      <dgm:prSet/>
      <dgm:spPr/>
      <dgm:t>
        <a:bodyPr rtlCol="0"/>
        <a:lstStyle/>
        <a:p>
          <a:pPr rtl="0"/>
          <a:endParaRPr lang="it-IT" noProof="0" dirty="0"/>
        </a:p>
      </dgm:t>
    </dgm:pt>
    <dgm:pt modelId="{ED3A4BC2-B75A-4952-A38B-A42B5995DF05}" type="parTrans" cxnId="{EDEF4F82-1237-4639-A0F7-385C1897CE66}">
      <dgm:prSet/>
      <dgm:spPr/>
      <dgm:t>
        <a:bodyPr rtlCol="0"/>
        <a:lstStyle/>
        <a:p>
          <a:pPr rtl="0"/>
          <a:endParaRPr lang="it-IT" noProof="0" dirty="0"/>
        </a:p>
      </dgm:t>
    </dgm:pt>
    <dgm:pt modelId="{5605D28D-2CE6-4513-8566-952984E21E14}">
      <dgm:prSet phldrT="[Text]"/>
      <dgm:spPr/>
      <dgm:t>
        <a:bodyPr rtlCol="0"/>
        <a:lstStyle/>
        <a:p>
          <a:pPr rtl="0">
            <a:lnSpc>
              <a:spcPct val="100000"/>
            </a:lnSpc>
          </a:pPr>
          <a:r>
            <a:rPr lang="de-DE" noProof="0" dirty="0" err="1"/>
            <a:t>Interpretazione</a:t>
          </a:r>
          <a:r>
            <a:rPr lang="de-DE" noProof="0" dirty="0"/>
            <a:t> </a:t>
          </a:r>
          <a:r>
            <a:rPr lang="de-DE" noProof="0" dirty="0" err="1"/>
            <a:t>risultati</a:t>
          </a:r>
          <a:r>
            <a:rPr lang="de-DE" noProof="0" dirty="0"/>
            <a:t> </a:t>
          </a:r>
          <a:r>
            <a:rPr lang="de-DE" noProof="0" dirty="0" err="1"/>
            <a:t>ottenuti</a:t>
          </a:r>
          <a:endParaRPr lang="it-IT" noProof="0" dirty="0"/>
        </a:p>
      </dgm:t>
    </dgm:pt>
    <dgm:pt modelId="{823D1971-2C4D-4EC5-A874-2F463DE37109}" type="sibTrans" cxnId="{FAF3F884-F0CF-440F-8CB1-B7648AB1B138}">
      <dgm:prSet/>
      <dgm:spPr/>
      <dgm:t>
        <a:bodyPr rtlCol="0"/>
        <a:lstStyle/>
        <a:p>
          <a:pPr rtl="0"/>
          <a:endParaRPr lang="it-IT" noProof="0" dirty="0"/>
        </a:p>
      </dgm:t>
    </dgm:pt>
    <dgm:pt modelId="{EB15AB98-362B-4E70-A3DA-995FC3E8BA79}" type="parTrans" cxnId="{FAF3F884-F0CF-440F-8CB1-B7648AB1B138}">
      <dgm:prSet/>
      <dgm:spPr/>
      <dgm:t>
        <a:bodyPr rtlCol="0"/>
        <a:lstStyle/>
        <a:p>
          <a:pPr rtl="0"/>
          <a:endParaRPr lang="it-IT" noProof="0" dirty="0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 custLinFactNeighborY="-1282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4499C7-6938-491B-9B25-72C1E5A35E9C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0A7BAA2A-0D76-48FB-9615-F034BD635D2D}">
      <dgm:prSet phldrT="[Testo]" custT="1"/>
      <dgm:spPr/>
      <dgm:t>
        <a:bodyPr/>
        <a:lstStyle/>
        <a:p>
          <a:r>
            <a:rPr lang="de-DE" sz="2400" dirty="0" err="1">
              <a:solidFill>
                <a:schemeClr val="accent2"/>
              </a:solidFill>
            </a:rPr>
            <a:t>Indici</a:t>
          </a:r>
          <a:r>
            <a:rPr lang="de-DE" sz="2400" dirty="0">
              <a:solidFill>
                <a:schemeClr val="accent2"/>
              </a:solidFill>
            </a:rPr>
            <a:t> di </a:t>
          </a:r>
          <a:r>
            <a:rPr lang="de-DE" sz="2400" dirty="0" err="1">
              <a:solidFill>
                <a:schemeClr val="accent2"/>
              </a:solidFill>
            </a:rPr>
            <a:t>reddittivitá</a:t>
          </a:r>
          <a:endParaRPr lang="it-IT" sz="2400" dirty="0">
            <a:solidFill>
              <a:schemeClr val="accent2"/>
            </a:solidFill>
          </a:endParaRPr>
        </a:p>
      </dgm:t>
    </dgm:pt>
    <dgm:pt modelId="{42383BE0-1BB8-42B6-8BD8-F4584E18C64D}" type="parTrans" cxnId="{6B332154-8DD3-49AC-A178-0BA600DDFA1C}">
      <dgm:prSet/>
      <dgm:spPr/>
      <dgm:t>
        <a:bodyPr/>
        <a:lstStyle/>
        <a:p>
          <a:endParaRPr lang="it-IT"/>
        </a:p>
      </dgm:t>
    </dgm:pt>
    <dgm:pt modelId="{FCD50D25-7A06-43B4-82BF-8BCACD7F1DDE}" type="sibTrans" cxnId="{6B332154-8DD3-49AC-A178-0BA600DDFA1C}">
      <dgm:prSet/>
      <dgm:spPr/>
      <dgm:t>
        <a:bodyPr/>
        <a:lstStyle/>
        <a:p>
          <a:endParaRPr lang="it-IT"/>
        </a:p>
      </dgm:t>
    </dgm:pt>
    <dgm:pt modelId="{8BF1E69D-6673-4174-9DC9-782B7AF425FD}">
      <dgm:prSet phldrT="[Testo]" custT="1"/>
      <dgm:spPr/>
      <dgm:t>
        <a:bodyPr/>
        <a:lstStyle/>
        <a:p>
          <a:r>
            <a:rPr lang="de-DE" sz="1800" dirty="0"/>
            <a:t>ROA</a:t>
          </a:r>
          <a:endParaRPr lang="it-IT" sz="1800" dirty="0"/>
        </a:p>
      </dgm:t>
    </dgm:pt>
    <dgm:pt modelId="{9B62AE6F-0B62-4E04-8D39-46BC217FFC08}" type="parTrans" cxnId="{82B1D1CF-84BF-4D75-B120-B83A7A4BC49D}">
      <dgm:prSet/>
      <dgm:spPr/>
      <dgm:t>
        <a:bodyPr/>
        <a:lstStyle/>
        <a:p>
          <a:endParaRPr lang="it-IT"/>
        </a:p>
      </dgm:t>
    </dgm:pt>
    <dgm:pt modelId="{556F7E78-1ACB-4021-83FE-D2DE1C4D9A88}" type="sibTrans" cxnId="{82B1D1CF-84BF-4D75-B120-B83A7A4BC49D}">
      <dgm:prSet/>
      <dgm:spPr/>
      <dgm:t>
        <a:bodyPr/>
        <a:lstStyle/>
        <a:p>
          <a:endParaRPr lang="it-IT"/>
        </a:p>
      </dgm:t>
    </dgm:pt>
    <dgm:pt modelId="{02BF773C-7A4D-4E99-88EC-D17CC9BA6754}">
      <dgm:prSet phldrT="[Testo]" custT="1"/>
      <dgm:spPr/>
      <dgm:t>
        <a:bodyPr/>
        <a:lstStyle/>
        <a:p>
          <a:r>
            <a:rPr lang="de-DE" sz="1800" dirty="0"/>
            <a:t>EBITDA/V</a:t>
          </a:r>
          <a:endParaRPr lang="it-IT" sz="1800" dirty="0"/>
        </a:p>
      </dgm:t>
    </dgm:pt>
    <dgm:pt modelId="{A50B96C1-7E93-425B-82D2-D0DC353BEE8E}" type="parTrans" cxnId="{911B655D-1FB2-41EC-AF29-55035732EA95}">
      <dgm:prSet/>
      <dgm:spPr/>
      <dgm:t>
        <a:bodyPr/>
        <a:lstStyle/>
        <a:p>
          <a:endParaRPr lang="it-IT"/>
        </a:p>
      </dgm:t>
    </dgm:pt>
    <dgm:pt modelId="{8B51D08D-13CF-46E5-9103-4C72A0B30CA4}" type="sibTrans" cxnId="{911B655D-1FB2-41EC-AF29-55035732EA95}">
      <dgm:prSet/>
      <dgm:spPr/>
      <dgm:t>
        <a:bodyPr/>
        <a:lstStyle/>
        <a:p>
          <a:endParaRPr lang="it-IT"/>
        </a:p>
      </dgm:t>
    </dgm:pt>
    <dgm:pt modelId="{D852759C-50B4-46DB-8C04-99792BA8E166}">
      <dgm:prSet phldrT="[Testo]" custT="1"/>
      <dgm:spPr/>
      <dgm:t>
        <a:bodyPr/>
        <a:lstStyle/>
        <a:p>
          <a:r>
            <a:rPr lang="de-DE" sz="2400" dirty="0" err="1">
              <a:solidFill>
                <a:schemeClr val="accent2"/>
              </a:solidFill>
            </a:rPr>
            <a:t>Indici</a:t>
          </a:r>
          <a:r>
            <a:rPr lang="de-DE" sz="2400" dirty="0">
              <a:solidFill>
                <a:schemeClr val="accent2"/>
              </a:solidFill>
            </a:rPr>
            <a:t> </a:t>
          </a:r>
          <a:r>
            <a:rPr lang="de-DE" sz="2400" dirty="0" err="1">
              <a:solidFill>
                <a:schemeClr val="accent2"/>
              </a:solidFill>
            </a:rPr>
            <a:t>patrimoniali</a:t>
          </a:r>
          <a:endParaRPr lang="it-IT" sz="2400" dirty="0">
            <a:solidFill>
              <a:schemeClr val="accent2"/>
            </a:solidFill>
          </a:endParaRPr>
        </a:p>
      </dgm:t>
    </dgm:pt>
    <dgm:pt modelId="{8E74C3D6-9BF8-4DAB-AE69-7A4CAF0E797A}" type="parTrans" cxnId="{43DD10A4-1396-4E1C-94F9-5E7CC1974180}">
      <dgm:prSet/>
      <dgm:spPr/>
      <dgm:t>
        <a:bodyPr/>
        <a:lstStyle/>
        <a:p>
          <a:endParaRPr lang="it-IT"/>
        </a:p>
      </dgm:t>
    </dgm:pt>
    <dgm:pt modelId="{ACCF9C69-2197-4E47-B3EE-1556BBB91937}" type="sibTrans" cxnId="{43DD10A4-1396-4E1C-94F9-5E7CC1974180}">
      <dgm:prSet/>
      <dgm:spPr/>
      <dgm:t>
        <a:bodyPr/>
        <a:lstStyle/>
        <a:p>
          <a:endParaRPr lang="it-IT"/>
        </a:p>
      </dgm:t>
    </dgm:pt>
    <dgm:pt modelId="{DEAE60F2-4100-42CF-A16B-14E1F8BB50BB}">
      <dgm:prSet phldrT="[Testo]" custT="1"/>
      <dgm:spPr/>
      <dgm:t>
        <a:bodyPr/>
        <a:lstStyle/>
        <a:p>
          <a:r>
            <a:rPr lang="de-DE" sz="2400" dirty="0" err="1">
              <a:solidFill>
                <a:schemeClr val="accent2"/>
              </a:solidFill>
            </a:rPr>
            <a:t>Indici</a:t>
          </a:r>
          <a:r>
            <a:rPr lang="de-DE" sz="2400" dirty="0">
              <a:solidFill>
                <a:schemeClr val="accent2"/>
              </a:solidFill>
            </a:rPr>
            <a:t> di </a:t>
          </a:r>
          <a:r>
            <a:rPr lang="de-DE" sz="2400" dirty="0" err="1">
              <a:solidFill>
                <a:schemeClr val="accent2"/>
              </a:solidFill>
            </a:rPr>
            <a:t>liquiditá</a:t>
          </a:r>
          <a:endParaRPr lang="it-IT" sz="2400" dirty="0">
            <a:solidFill>
              <a:schemeClr val="accent2"/>
            </a:solidFill>
          </a:endParaRPr>
        </a:p>
      </dgm:t>
    </dgm:pt>
    <dgm:pt modelId="{01DCBE98-2F94-4933-B1D8-9B82F549D0C0}" type="parTrans" cxnId="{E91B8953-6467-43C1-BB3F-1487FA7E2570}">
      <dgm:prSet/>
      <dgm:spPr/>
      <dgm:t>
        <a:bodyPr/>
        <a:lstStyle/>
        <a:p>
          <a:endParaRPr lang="it-IT"/>
        </a:p>
      </dgm:t>
    </dgm:pt>
    <dgm:pt modelId="{6C49B5AB-1E8A-4C1E-96FC-13F3AC085A4E}" type="sibTrans" cxnId="{E91B8953-6467-43C1-BB3F-1487FA7E2570}">
      <dgm:prSet/>
      <dgm:spPr/>
      <dgm:t>
        <a:bodyPr/>
        <a:lstStyle/>
        <a:p>
          <a:endParaRPr lang="it-IT"/>
        </a:p>
      </dgm:t>
    </dgm:pt>
    <dgm:pt modelId="{BA8A94B4-7294-42C1-8BD5-88B480118A84}">
      <dgm:prSet phldrT="[Testo]" custT="1"/>
      <dgm:spPr/>
      <dgm:t>
        <a:bodyPr/>
        <a:lstStyle/>
        <a:p>
          <a:r>
            <a:rPr lang="de-DE" sz="1800" dirty="0" err="1"/>
            <a:t>Current</a:t>
          </a:r>
          <a:r>
            <a:rPr lang="de-DE" sz="1800" dirty="0"/>
            <a:t> </a:t>
          </a:r>
          <a:r>
            <a:rPr lang="de-DE" sz="1800" dirty="0" err="1"/>
            <a:t>ratio</a:t>
          </a:r>
          <a:endParaRPr lang="it-IT" sz="1800" dirty="0"/>
        </a:p>
      </dgm:t>
    </dgm:pt>
    <dgm:pt modelId="{D096C4BE-F16F-42BC-ACD6-4C6FD05A6F6A}" type="parTrans" cxnId="{0808054D-619C-4D32-B4A9-1718FEC7300A}">
      <dgm:prSet/>
      <dgm:spPr/>
      <dgm:t>
        <a:bodyPr/>
        <a:lstStyle/>
        <a:p>
          <a:endParaRPr lang="it-IT"/>
        </a:p>
      </dgm:t>
    </dgm:pt>
    <dgm:pt modelId="{F894129D-84F2-4471-A878-93754E0F9041}" type="sibTrans" cxnId="{0808054D-619C-4D32-B4A9-1718FEC7300A}">
      <dgm:prSet/>
      <dgm:spPr/>
      <dgm:t>
        <a:bodyPr/>
        <a:lstStyle/>
        <a:p>
          <a:endParaRPr lang="it-IT"/>
        </a:p>
      </dgm:t>
    </dgm:pt>
    <dgm:pt modelId="{A630D96C-FBF3-4BB2-8B17-C79FA1BE26C8}">
      <dgm:prSet phldrT="[Testo]" custT="1"/>
      <dgm:spPr/>
      <dgm:t>
        <a:bodyPr/>
        <a:lstStyle/>
        <a:p>
          <a:endParaRPr lang="it-IT" sz="1800" dirty="0"/>
        </a:p>
      </dgm:t>
    </dgm:pt>
    <dgm:pt modelId="{F79E3609-EC34-42F9-9D37-B48ADCFB2C3B}" type="parTrans" cxnId="{FBF709BD-A8AB-4BC4-AC7C-208797124037}">
      <dgm:prSet/>
      <dgm:spPr/>
      <dgm:t>
        <a:bodyPr/>
        <a:lstStyle/>
        <a:p>
          <a:endParaRPr lang="it-IT"/>
        </a:p>
      </dgm:t>
    </dgm:pt>
    <dgm:pt modelId="{478D2406-B768-4B76-8E0C-80737A797F29}" type="sibTrans" cxnId="{FBF709BD-A8AB-4BC4-AC7C-208797124037}">
      <dgm:prSet/>
      <dgm:spPr/>
      <dgm:t>
        <a:bodyPr/>
        <a:lstStyle/>
        <a:p>
          <a:endParaRPr lang="it-IT"/>
        </a:p>
      </dgm:t>
    </dgm:pt>
    <dgm:pt modelId="{CF611631-DAD2-465C-9CF2-58461175C849}">
      <dgm:prSet phldrT="[Testo]" custT="1"/>
      <dgm:spPr/>
      <dgm:t>
        <a:bodyPr/>
        <a:lstStyle/>
        <a:p>
          <a:endParaRPr lang="it-IT" sz="1800" dirty="0"/>
        </a:p>
      </dgm:t>
    </dgm:pt>
    <dgm:pt modelId="{F1890E93-063A-4C65-9A32-7868C0E44560}" type="parTrans" cxnId="{E67A5B27-63F9-423B-A40D-437036AA94FE}">
      <dgm:prSet/>
      <dgm:spPr/>
      <dgm:t>
        <a:bodyPr/>
        <a:lstStyle/>
        <a:p>
          <a:endParaRPr lang="it-IT"/>
        </a:p>
      </dgm:t>
    </dgm:pt>
    <dgm:pt modelId="{6A7CA979-BE2C-4D1D-B55F-03619AF23D6B}" type="sibTrans" cxnId="{E67A5B27-63F9-423B-A40D-437036AA94FE}">
      <dgm:prSet/>
      <dgm:spPr/>
      <dgm:t>
        <a:bodyPr/>
        <a:lstStyle/>
        <a:p>
          <a:endParaRPr lang="it-IT"/>
        </a:p>
      </dgm:t>
    </dgm:pt>
    <dgm:pt modelId="{8D4FBB1D-8E9B-433E-932A-0F6B0329914D}">
      <dgm:prSet phldrT="[Testo]" custT="1"/>
      <dgm:spPr/>
      <dgm:t>
        <a:bodyPr/>
        <a:lstStyle/>
        <a:p>
          <a:r>
            <a:rPr lang="de-DE" sz="1800" dirty="0" err="1">
              <a:latin typeface="+mn-lt"/>
            </a:rPr>
            <a:t>Rapporto</a:t>
          </a:r>
          <a:r>
            <a:rPr lang="de-DE" sz="1800" dirty="0">
              <a:latin typeface="+mn-lt"/>
            </a:rPr>
            <a:t> di </a:t>
          </a:r>
          <a:r>
            <a:rPr lang="de-DE" sz="1800" dirty="0" err="1">
              <a:latin typeface="+mn-lt"/>
            </a:rPr>
            <a:t>indebitamento</a:t>
          </a:r>
          <a:endParaRPr lang="it-IT" sz="1800" dirty="0">
            <a:latin typeface="+mn-lt"/>
          </a:endParaRPr>
        </a:p>
      </dgm:t>
    </dgm:pt>
    <dgm:pt modelId="{826821B6-AA4D-4967-8308-E92B9E8710E5}" type="parTrans" cxnId="{D13963C1-69F4-4B89-99C5-DACCE0EAD0B1}">
      <dgm:prSet/>
      <dgm:spPr/>
      <dgm:t>
        <a:bodyPr/>
        <a:lstStyle/>
        <a:p>
          <a:endParaRPr lang="it-IT"/>
        </a:p>
      </dgm:t>
    </dgm:pt>
    <dgm:pt modelId="{8CE760F3-E972-4784-9D5C-F9902D5B837B}" type="sibTrans" cxnId="{D13963C1-69F4-4B89-99C5-DACCE0EAD0B1}">
      <dgm:prSet/>
      <dgm:spPr/>
      <dgm:t>
        <a:bodyPr/>
        <a:lstStyle/>
        <a:p>
          <a:endParaRPr lang="it-IT"/>
        </a:p>
      </dgm:t>
    </dgm:pt>
    <dgm:pt modelId="{EA90B263-A605-4B6E-A501-A39BBE7CA951}">
      <dgm:prSet phldrT="[Testo]" custT="1"/>
      <dgm:spPr/>
      <dgm:t>
        <a:bodyPr/>
        <a:lstStyle/>
        <a:p>
          <a:endParaRPr lang="it-IT" sz="1800" dirty="0">
            <a:latin typeface="+mn-lt"/>
          </a:endParaRPr>
        </a:p>
      </dgm:t>
    </dgm:pt>
    <dgm:pt modelId="{6A31158E-99E9-4512-AA75-7F400ACA55C9}" type="parTrans" cxnId="{B684980F-83AF-493D-915F-29743CE20B88}">
      <dgm:prSet/>
      <dgm:spPr/>
      <dgm:t>
        <a:bodyPr/>
        <a:lstStyle/>
        <a:p>
          <a:endParaRPr lang="it-IT"/>
        </a:p>
      </dgm:t>
    </dgm:pt>
    <dgm:pt modelId="{8657A189-EDB2-4B1B-8501-5164312F6788}" type="sibTrans" cxnId="{B684980F-83AF-493D-915F-29743CE20B88}">
      <dgm:prSet/>
      <dgm:spPr/>
      <dgm:t>
        <a:bodyPr/>
        <a:lstStyle/>
        <a:p>
          <a:endParaRPr lang="it-IT"/>
        </a:p>
      </dgm:t>
    </dgm:pt>
    <dgm:pt modelId="{A41D9291-BD41-4742-B365-623943AFF78B}">
      <dgm:prSet phldrT="[Testo]" custT="1"/>
      <dgm:spPr/>
      <dgm:t>
        <a:bodyPr/>
        <a:lstStyle/>
        <a:p>
          <a:endParaRPr lang="it-IT" sz="1800" dirty="0"/>
        </a:p>
      </dgm:t>
    </dgm:pt>
    <dgm:pt modelId="{E926612F-56FA-4608-8941-E1DBBD875589}" type="parTrans" cxnId="{45D1E3CC-7611-4573-A274-FB72EB988FC6}">
      <dgm:prSet/>
      <dgm:spPr/>
      <dgm:t>
        <a:bodyPr/>
        <a:lstStyle/>
        <a:p>
          <a:endParaRPr lang="it-IT"/>
        </a:p>
      </dgm:t>
    </dgm:pt>
    <dgm:pt modelId="{575B7C9D-0C42-4243-9BAA-44F471311B4F}" type="sibTrans" cxnId="{45D1E3CC-7611-4573-A274-FB72EB988FC6}">
      <dgm:prSet/>
      <dgm:spPr/>
      <dgm:t>
        <a:bodyPr/>
        <a:lstStyle/>
        <a:p>
          <a:endParaRPr lang="it-IT"/>
        </a:p>
      </dgm:t>
    </dgm:pt>
    <dgm:pt modelId="{8C958596-BC50-47A3-89F8-109EC6635582}">
      <dgm:prSet phldrT="[Testo]" custT="1"/>
      <dgm:spPr/>
      <dgm:t>
        <a:bodyPr/>
        <a:lstStyle/>
        <a:p>
          <a:endParaRPr lang="it-IT" sz="1800" dirty="0"/>
        </a:p>
      </dgm:t>
    </dgm:pt>
    <dgm:pt modelId="{28DE6CED-A285-4C81-96A5-5605FE47ED61}" type="parTrans" cxnId="{6D4CE25D-13B7-40BC-AB82-C3E0F794A57A}">
      <dgm:prSet/>
      <dgm:spPr/>
      <dgm:t>
        <a:bodyPr/>
        <a:lstStyle/>
        <a:p>
          <a:endParaRPr lang="it-IT"/>
        </a:p>
      </dgm:t>
    </dgm:pt>
    <dgm:pt modelId="{A80CDBBE-07CC-4FD2-BE48-10A49B92E29C}" type="sibTrans" cxnId="{6D4CE25D-13B7-40BC-AB82-C3E0F794A57A}">
      <dgm:prSet/>
      <dgm:spPr/>
      <dgm:t>
        <a:bodyPr/>
        <a:lstStyle/>
        <a:p>
          <a:endParaRPr lang="it-IT"/>
        </a:p>
      </dgm:t>
    </dgm:pt>
    <dgm:pt modelId="{7A98F97A-7B24-454E-BDF7-DC682101ED54}">
      <dgm:prSet phldrT="[Testo]" custT="1"/>
      <dgm:spPr/>
      <dgm:t>
        <a:bodyPr/>
        <a:lstStyle/>
        <a:p>
          <a:endParaRPr lang="it-IT" sz="1800" dirty="0"/>
        </a:p>
      </dgm:t>
    </dgm:pt>
    <dgm:pt modelId="{F4B687F8-9CC3-4EBF-9D10-A06A47568153}" type="parTrans" cxnId="{4BB10D5D-8C70-4D07-B18A-E5DF5BB010C9}">
      <dgm:prSet/>
      <dgm:spPr/>
      <dgm:t>
        <a:bodyPr/>
        <a:lstStyle/>
        <a:p>
          <a:endParaRPr lang="it-IT"/>
        </a:p>
      </dgm:t>
    </dgm:pt>
    <dgm:pt modelId="{3BED8F12-03CB-4F4F-AFCD-BD48953AE512}" type="sibTrans" cxnId="{4BB10D5D-8C70-4D07-B18A-E5DF5BB010C9}">
      <dgm:prSet/>
      <dgm:spPr/>
      <dgm:t>
        <a:bodyPr/>
        <a:lstStyle/>
        <a:p>
          <a:endParaRPr lang="it-IT"/>
        </a:p>
      </dgm:t>
    </dgm:pt>
    <dgm:pt modelId="{7CC76069-4308-4FF4-B7F2-FD0E7CDFB86E}">
      <dgm:prSet phldrT="[Testo]" custT="1"/>
      <dgm:spPr/>
      <dgm:t>
        <a:bodyPr/>
        <a:lstStyle/>
        <a:p>
          <a:endParaRPr lang="it-IT" sz="1800" dirty="0"/>
        </a:p>
      </dgm:t>
    </dgm:pt>
    <dgm:pt modelId="{C2783824-4BA6-47C6-B7F7-13BC94DA506F}" type="parTrans" cxnId="{E66AD583-4C52-4B5E-822F-33C9AF409933}">
      <dgm:prSet/>
      <dgm:spPr/>
      <dgm:t>
        <a:bodyPr/>
        <a:lstStyle/>
        <a:p>
          <a:endParaRPr lang="it-IT"/>
        </a:p>
      </dgm:t>
    </dgm:pt>
    <dgm:pt modelId="{4BDA3CF3-C2FD-47BF-9CD7-41115440EC98}" type="sibTrans" cxnId="{E66AD583-4C52-4B5E-822F-33C9AF409933}">
      <dgm:prSet/>
      <dgm:spPr/>
      <dgm:t>
        <a:bodyPr/>
        <a:lstStyle/>
        <a:p>
          <a:endParaRPr lang="it-IT"/>
        </a:p>
      </dgm:t>
    </dgm:pt>
    <dgm:pt modelId="{16936B51-92F2-4360-9660-97166447E4A8}">
      <dgm:prSet phldrT="[Testo]" custT="1"/>
      <dgm:spPr/>
      <dgm:t>
        <a:bodyPr/>
        <a:lstStyle/>
        <a:p>
          <a:r>
            <a:rPr lang="de-DE" sz="1800" dirty="0"/>
            <a:t>ROS</a:t>
          </a:r>
          <a:endParaRPr lang="it-IT" sz="1800" dirty="0"/>
        </a:p>
      </dgm:t>
    </dgm:pt>
    <dgm:pt modelId="{295441F2-78CA-46C0-8490-8F0D60564636}" type="parTrans" cxnId="{FCAAD89F-1588-4DF3-9231-4921FFE10B58}">
      <dgm:prSet/>
      <dgm:spPr/>
      <dgm:t>
        <a:bodyPr/>
        <a:lstStyle/>
        <a:p>
          <a:endParaRPr lang="it-IT"/>
        </a:p>
      </dgm:t>
    </dgm:pt>
    <dgm:pt modelId="{E6ED9C07-6E74-43DC-AA7C-D7083E5BA0AB}" type="sibTrans" cxnId="{FCAAD89F-1588-4DF3-9231-4921FFE10B58}">
      <dgm:prSet/>
      <dgm:spPr/>
      <dgm:t>
        <a:bodyPr/>
        <a:lstStyle/>
        <a:p>
          <a:endParaRPr lang="it-IT"/>
        </a:p>
      </dgm:t>
    </dgm:pt>
    <dgm:pt modelId="{87867E4C-A3E4-4619-A8CB-742CA6CE8474}">
      <dgm:prSet phldrT="[Testo]" custT="1"/>
      <dgm:spPr/>
      <dgm:t>
        <a:bodyPr/>
        <a:lstStyle/>
        <a:p>
          <a:endParaRPr lang="it-IT" sz="1800" dirty="0"/>
        </a:p>
      </dgm:t>
    </dgm:pt>
    <dgm:pt modelId="{C913E6B0-0AE2-4105-9157-AD30B0199D5E}" type="parTrans" cxnId="{C0014E63-E838-444D-9698-27747BE7EC19}">
      <dgm:prSet/>
      <dgm:spPr/>
      <dgm:t>
        <a:bodyPr/>
        <a:lstStyle/>
        <a:p>
          <a:endParaRPr lang="it-IT"/>
        </a:p>
      </dgm:t>
    </dgm:pt>
    <dgm:pt modelId="{4BA6F472-66FE-4B44-B71E-81FF4D472D87}" type="sibTrans" cxnId="{C0014E63-E838-444D-9698-27747BE7EC19}">
      <dgm:prSet/>
      <dgm:spPr/>
      <dgm:t>
        <a:bodyPr/>
        <a:lstStyle/>
        <a:p>
          <a:endParaRPr lang="it-IT"/>
        </a:p>
      </dgm:t>
    </dgm:pt>
    <dgm:pt modelId="{B44E0E61-F5A1-458B-95B8-1316216C3485}">
      <dgm:prSet phldrT="[Testo]" custT="1"/>
      <dgm:spPr/>
      <dgm:t>
        <a:bodyPr/>
        <a:lstStyle/>
        <a:p>
          <a:r>
            <a:rPr lang="de-DE" sz="1800" dirty="0" err="1">
              <a:latin typeface="+mn-lt"/>
            </a:rPr>
            <a:t>Indice</a:t>
          </a:r>
          <a:r>
            <a:rPr lang="de-DE" sz="1800" dirty="0">
              <a:latin typeface="+mn-lt"/>
            </a:rPr>
            <a:t> di </a:t>
          </a:r>
          <a:r>
            <a:rPr lang="de-DE" sz="1800" dirty="0" err="1">
              <a:latin typeface="+mn-lt"/>
            </a:rPr>
            <a:t>copertura</a:t>
          </a:r>
          <a:r>
            <a:rPr lang="de-DE" sz="1800" dirty="0">
              <a:latin typeface="+mn-lt"/>
            </a:rPr>
            <a:t> delle </a:t>
          </a:r>
          <a:r>
            <a:rPr lang="de-DE" sz="1800" dirty="0" err="1">
              <a:latin typeface="+mn-lt"/>
            </a:rPr>
            <a:t>immobilizzazioni</a:t>
          </a:r>
          <a:endParaRPr lang="it-IT" sz="1800" dirty="0">
            <a:latin typeface="+mn-lt"/>
          </a:endParaRPr>
        </a:p>
      </dgm:t>
    </dgm:pt>
    <dgm:pt modelId="{262B6219-C4FE-4A89-BAD7-EDD637970935}" type="sibTrans" cxnId="{CBB5D0EA-4DF9-43A1-B29E-7111D3801A48}">
      <dgm:prSet/>
      <dgm:spPr/>
      <dgm:t>
        <a:bodyPr/>
        <a:lstStyle/>
        <a:p>
          <a:endParaRPr lang="it-IT"/>
        </a:p>
      </dgm:t>
    </dgm:pt>
    <dgm:pt modelId="{BE14FD56-7693-4B04-817E-BC67BD06703F}" type="parTrans" cxnId="{CBB5D0EA-4DF9-43A1-B29E-7111D3801A48}">
      <dgm:prSet/>
      <dgm:spPr/>
      <dgm:t>
        <a:bodyPr/>
        <a:lstStyle/>
        <a:p>
          <a:endParaRPr lang="it-IT"/>
        </a:p>
      </dgm:t>
    </dgm:pt>
    <dgm:pt modelId="{D344F367-F741-4487-890D-CF4888146AC9}" type="pres">
      <dgm:prSet presAssocID="{244499C7-6938-491B-9B25-72C1E5A35E9C}" presName="Name0" presStyleCnt="0">
        <dgm:presLayoutVars>
          <dgm:dir/>
          <dgm:animLvl val="lvl"/>
          <dgm:resizeHandles val="exact"/>
        </dgm:presLayoutVars>
      </dgm:prSet>
      <dgm:spPr/>
    </dgm:pt>
    <dgm:pt modelId="{BB73B2C6-17D5-4172-BAA5-0AA9726B6C50}" type="pres">
      <dgm:prSet presAssocID="{0A7BAA2A-0D76-48FB-9615-F034BD635D2D}" presName="composite" presStyleCnt="0"/>
      <dgm:spPr/>
    </dgm:pt>
    <dgm:pt modelId="{EB18A1BF-C9B6-4625-B83E-BC5B5BFE4CA8}" type="pres">
      <dgm:prSet presAssocID="{0A7BAA2A-0D76-48FB-9615-F034BD635D2D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F458D20D-B51D-4862-A7BB-81B28034C700}" type="pres">
      <dgm:prSet presAssocID="{0A7BAA2A-0D76-48FB-9615-F034BD635D2D}" presName="desTx" presStyleLbl="alignAccFollowNode1" presStyleIdx="0" presStyleCnt="3" custScaleY="100000">
        <dgm:presLayoutVars>
          <dgm:bulletEnabled val="1"/>
        </dgm:presLayoutVars>
      </dgm:prSet>
      <dgm:spPr/>
    </dgm:pt>
    <dgm:pt modelId="{0C56B267-986C-41EF-9AB7-BEBC9FB52520}" type="pres">
      <dgm:prSet presAssocID="{FCD50D25-7A06-43B4-82BF-8BCACD7F1DDE}" presName="space" presStyleCnt="0"/>
      <dgm:spPr/>
    </dgm:pt>
    <dgm:pt modelId="{D783A54B-6464-4A91-8214-82E4FE4A2B23}" type="pres">
      <dgm:prSet presAssocID="{D852759C-50B4-46DB-8C04-99792BA8E166}" presName="composite" presStyleCnt="0"/>
      <dgm:spPr/>
    </dgm:pt>
    <dgm:pt modelId="{CEC239BE-7D5F-4C08-B4C8-B837444D91B9}" type="pres">
      <dgm:prSet presAssocID="{D852759C-50B4-46DB-8C04-99792BA8E166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01C34F2-5266-4C37-8F4B-25891065D0D6}" type="pres">
      <dgm:prSet presAssocID="{D852759C-50B4-46DB-8C04-99792BA8E166}" presName="desTx" presStyleLbl="alignAccFollowNode1" presStyleIdx="1" presStyleCnt="3">
        <dgm:presLayoutVars>
          <dgm:bulletEnabled val="1"/>
        </dgm:presLayoutVars>
      </dgm:prSet>
      <dgm:spPr/>
    </dgm:pt>
    <dgm:pt modelId="{414D2AB3-3601-4854-95FB-B5F896963EF8}" type="pres">
      <dgm:prSet presAssocID="{ACCF9C69-2197-4E47-B3EE-1556BBB91937}" presName="space" presStyleCnt="0"/>
      <dgm:spPr/>
    </dgm:pt>
    <dgm:pt modelId="{D9388C26-8E77-43D4-B05E-ED4AA43E0F70}" type="pres">
      <dgm:prSet presAssocID="{DEAE60F2-4100-42CF-A16B-14E1F8BB50BB}" presName="composite" presStyleCnt="0"/>
      <dgm:spPr/>
    </dgm:pt>
    <dgm:pt modelId="{B987A21F-21AA-4CFB-86FF-8BAB9716B11D}" type="pres">
      <dgm:prSet presAssocID="{DEAE60F2-4100-42CF-A16B-14E1F8BB50B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1D487DF7-0E4D-4C5D-8595-68A4FFB35A2E}" type="pres">
      <dgm:prSet presAssocID="{DEAE60F2-4100-42CF-A16B-14E1F8BB50B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684980F-83AF-493D-915F-29743CE20B88}" srcId="{D852759C-50B4-46DB-8C04-99792BA8E166}" destId="{EA90B263-A605-4B6E-A501-A39BBE7CA951}" srcOrd="1" destOrd="0" parTransId="{6A31158E-99E9-4512-AA75-7F400ACA55C9}" sibTransId="{8657A189-EDB2-4B1B-8501-5164312F6788}"/>
    <dgm:cxn modelId="{60227E1D-5A1E-4910-A9C4-BD87BCB6F740}" type="presOf" srcId="{0A7BAA2A-0D76-48FB-9615-F034BD635D2D}" destId="{EB18A1BF-C9B6-4625-B83E-BC5B5BFE4CA8}" srcOrd="0" destOrd="0" presId="urn:microsoft.com/office/officeart/2005/8/layout/hList1"/>
    <dgm:cxn modelId="{E67A5B27-63F9-423B-A40D-437036AA94FE}" srcId="{0A7BAA2A-0D76-48FB-9615-F034BD635D2D}" destId="{CF611631-DAD2-465C-9CF2-58461175C849}" srcOrd="1" destOrd="0" parTransId="{F1890E93-063A-4C65-9A32-7868C0E44560}" sibTransId="{6A7CA979-BE2C-4D1D-B55F-03619AF23D6B}"/>
    <dgm:cxn modelId="{4A22823A-A58B-4FB6-990A-F61F2853D43B}" type="presOf" srcId="{CF611631-DAD2-465C-9CF2-58461175C849}" destId="{F458D20D-B51D-4862-A7BB-81B28034C700}" srcOrd="0" destOrd="1" presId="urn:microsoft.com/office/officeart/2005/8/layout/hList1"/>
    <dgm:cxn modelId="{15105040-9008-48AE-ADFA-A59BCCC4DB26}" type="presOf" srcId="{16936B51-92F2-4360-9660-97166447E4A8}" destId="{F458D20D-B51D-4862-A7BB-81B28034C700}" srcOrd="0" destOrd="6" presId="urn:microsoft.com/office/officeart/2005/8/layout/hList1"/>
    <dgm:cxn modelId="{4BB10D5D-8C70-4D07-B18A-E5DF5BB010C9}" srcId="{DEAE60F2-4100-42CF-A16B-14E1F8BB50BB}" destId="{7A98F97A-7B24-454E-BDF7-DC682101ED54}" srcOrd="2" destOrd="0" parTransId="{F4B687F8-9CC3-4EBF-9D10-A06A47568153}" sibTransId="{3BED8F12-03CB-4F4F-AFCD-BD48953AE512}"/>
    <dgm:cxn modelId="{911B655D-1FB2-41EC-AF29-55035732EA95}" srcId="{0A7BAA2A-0D76-48FB-9615-F034BD635D2D}" destId="{02BF773C-7A4D-4E99-88EC-D17CC9BA6754}" srcOrd="3" destOrd="0" parTransId="{A50B96C1-7E93-425B-82D2-D0DC353BEE8E}" sibTransId="{8B51D08D-13CF-46E5-9103-4C72A0B30CA4}"/>
    <dgm:cxn modelId="{6D4CE25D-13B7-40BC-AB82-C3E0F794A57A}" srcId="{DEAE60F2-4100-42CF-A16B-14E1F8BB50BB}" destId="{8C958596-BC50-47A3-89F8-109EC6635582}" srcOrd="1" destOrd="0" parTransId="{28DE6CED-A285-4C81-96A5-5605FE47ED61}" sibTransId="{A80CDBBE-07CC-4FD2-BE48-10A49B92E29C}"/>
    <dgm:cxn modelId="{C0014E63-E838-444D-9698-27747BE7EC19}" srcId="{0A7BAA2A-0D76-48FB-9615-F034BD635D2D}" destId="{87867E4C-A3E4-4619-A8CB-742CA6CE8474}" srcOrd="4" destOrd="0" parTransId="{C913E6B0-0AE2-4105-9157-AD30B0199D5E}" sibTransId="{4BA6F472-66FE-4B44-B71E-81FF4D472D87}"/>
    <dgm:cxn modelId="{0808054D-619C-4D32-B4A9-1718FEC7300A}" srcId="{DEAE60F2-4100-42CF-A16B-14E1F8BB50BB}" destId="{BA8A94B4-7294-42C1-8BD5-88B480118A84}" srcOrd="0" destOrd="0" parTransId="{D096C4BE-F16F-42BC-ACD6-4C6FD05A6F6A}" sibTransId="{F894129D-84F2-4471-A878-93754E0F9041}"/>
    <dgm:cxn modelId="{E91B8953-6467-43C1-BB3F-1487FA7E2570}" srcId="{244499C7-6938-491B-9B25-72C1E5A35E9C}" destId="{DEAE60F2-4100-42CF-A16B-14E1F8BB50BB}" srcOrd="2" destOrd="0" parTransId="{01DCBE98-2F94-4933-B1D8-9B82F549D0C0}" sibTransId="{6C49B5AB-1E8A-4C1E-96FC-13F3AC085A4E}"/>
    <dgm:cxn modelId="{6B332154-8DD3-49AC-A178-0BA600DDFA1C}" srcId="{244499C7-6938-491B-9B25-72C1E5A35E9C}" destId="{0A7BAA2A-0D76-48FB-9615-F034BD635D2D}" srcOrd="0" destOrd="0" parTransId="{42383BE0-1BB8-42B6-8BD8-F4584E18C64D}" sibTransId="{FCD50D25-7A06-43B4-82BF-8BCACD7F1DDE}"/>
    <dgm:cxn modelId="{B7975557-47A5-42C6-9C70-1176F33C0DFA}" type="presOf" srcId="{8BF1E69D-6673-4174-9DC9-782B7AF425FD}" destId="{F458D20D-B51D-4862-A7BB-81B28034C700}" srcOrd="0" destOrd="0" presId="urn:microsoft.com/office/officeart/2005/8/layout/hList1"/>
    <dgm:cxn modelId="{46DE915A-B943-4484-9425-D3442B19ABC3}" type="presOf" srcId="{D852759C-50B4-46DB-8C04-99792BA8E166}" destId="{CEC239BE-7D5F-4C08-B4C8-B837444D91B9}" srcOrd="0" destOrd="0" presId="urn:microsoft.com/office/officeart/2005/8/layout/hList1"/>
    <dgm:cxn modelId="{E66AD583-4C52-4B5E-822F-33C9AF409933}" srcId="{0A7BAA2A-0D76-48FB-9615-F034BD635D2D}" destId="{7CC76069-4308-4FF4-B7F2-FD0E7CDFB86E}" srcOrd="5" destOrd="0" parTransId="{C2783824-4BA6-47C6-B7F7-13BC94DA506F}" sibTransId="{4BDA3CF3-C2FD-47BF-9CD7-41115440EC98}"/>
    <dgm:cxn modelId="{FCAAD89F-1588-4DF3-9231-4921FFE10B58}" srcId="{0A7BAA2A-0D76-48FB-9615-F034BD635D2D}" destId="{16936B51-92F2-4360-9660-97166447E4A8}" srcOrd="6" destOrd="0" parTransId="{295441F2-78CA-46C0-8490-8F0D60564636}" sibTransId="{E6ED9C07-6E74-43DC-AA7C-D7083E5BA0AB}"/>
    <dgm:cxn modelId="{C85D13A0-51AF-4B64-B259-B3C4792E2245}" type="presOf" srcId="{7CC76069-4308-4FF4-B7F2-FD0E7CDFB86E}" destId="{F458D20D-B51D-4862-A7BB-81B28034C700}" srcOrd="0" destOrd="5" presId="urn:microsoft.com/office/officeart/2005/8/layout/hList1"/>
    <dgm:cxn modelId="{43DD10A4-1396-4E1C-94F9-5E7CC1974180}" srcId="{244499C7-6938-491B-9B25-72C1E5A35E9C}" destId="{D852759C-50B4-46DB-8C04-99792BA8E166}" srcOrd="1" destOrd="0" parTransId="{8E74C3D6-9BF8-4DAB-AE69-7A4CAF0E797A}" sibTransId="{ACCF9C69-2197-4E47-B3EE-1556BBB91937}"/>
    <dgm:cxn modelId="{BF34EDAB-CF87-48AF-B3E7-D0563E39571C}" type="presOf" srcId="{BA8A94B4-7294-42C1-8BD5-88B480118A84}" destId="{1D487DF7-0E4D-4C5D-8595-68A4FFB35A2E}" srcOrd="0" destOrd="0" presId="urn:microsoft.com/office/officeart/2005/8/layout/hList1"/>
    <dgm:cxn modelId="{BCE423B8-83EC-49B8-8D8C-37B4844A91A0}" type="presOf" srcId="{A630D96C-FBF3-4BB2-8B17-C79FA1BE26C8}" destId="{F458D20D-B51D-4862-A7BB-81B28034C700}" srcOrd="0" destOrd="2" presId="urn:microsoft.com/office/officeart/2005/8/layout/hList1"/>
    <dgm:cxn modelId="{FBF709BD-A8AB-4BC4-AC7C-208797124037}" srcId="{0A7BAA2A-0D76-48FB-9615-F034BD635D2D}" destId="{A630D96C-FBF3-4BB2-8B17-C79FA1BE26C8}" srcOrd="2" destOrd="0" parTransId="{F79E3609-EC34-42F9-9D37-B48ADCFB2C3B}" sibTransId="{478D2406-B768-4B76-8E0C-80737A797F29}"/>
    <dgm:cxn modelId="{D13963C1-69F4-4B89-99C5-DACCE0EAD0B1}" srcId="{D852759C-50B4-46DB-8C04-99792BA8E166}" destId="{8D4FBB1D-8E9B-433E-932A-0F6B0329914D}" srcOrd="2" destOrd="0" parTransId="{826821B6-AA4D-4967-8308-E92B9E8710E5}" sibTransId="{8CE760F3-E972-4784-9D5C-F9902D5B837B}"/>
    <dgm:cxn modelId="{AA074CC1-C844-41F1-B608-939051026B02}" type="presOf" srcId="{B44E0E61-F5A1-458B-95B8-1316216C3485}" destId="{801C34F2-5266-4C37-8F4B-25891065D0D6}" srcOrd="0" destOrd="0" presId="urn:microsoft.com/office/officeart/2005/8/layout/hList1"/>
    <dgm:cxn modelId="{A68A54C4-DEE5-4273-A6C3-163C1F7CC2FF}" type="presOf" srcId="{244499C7-6938-491B-9B25-72C1E5A35E9C}" destId="{D344F367-F741-4487-890D-CF4888146AC9}" srcOrd="0" destOrd="0" presId="urn:microsoft.com/office/officeart/2005/8/layout/hList1"/>
    <dgm:cxn modelId="{45D1E3CC-7611-4573-A274-FB72EB988FC6}" srcId="{DEAE60F2-4100-42CF-A16B-14E1F8BB50BB}" destId="{A41D9291-BD41-4742-B365-623943AFF78B}" srcOrd="3" destOrd="0" parTransId="{E926612F-56FA-4608-8941-E1DBBD875589}" sibTransId="{575B7C9D-0C42-4243-9BAA-44F471311B4F}"/>
    <dgm:cxn modelId="{28510FCE-8E1F-4253-8312-36128AB429A8}" type="presOf" srcId="{8C958596-BC50-47A3-89F8-109EC6635582}" destId="{1D487DF7-0E4D-4C5D-8595-68A4FFB35A2E}" srcOrd="0" destOrd="1" presId="urn:microsoft.com/office/officeart/2005/8/layout/hList1"/>
    <dgm:cxn modelId="{82B1D1CF-84BF-4D75-B120-B83A7A4BC49D}" srcId="{0A7BAA2A-0D76-48FB-9615-F034BD635D2D}" destId="{8BF1E69D-6673-4174-9DC9-782B7AF425FD}" srcOrd="0" destOrd="0" parTransId="{9B62AE6F-0B62-4E04-8D39-46BC217FFC08}" sibTransId="{556F7E78-1ACB-4021-83FE-D2DE1C4D9A88}"/>
    <dgm:cxn modelId="{E06B5BD3-CC90-4444-B153-EB95CECBEA90}" type="presOf" srcId="{A41D9291-BD41-4742-B365-623943AFF78B}" destId="{1D487DF7-0E4D-4C5D-8595-68A4FFB35A2E}" srcOrd="0" destOrd="3" presId="urn:microsoft.com/office/officeart/2005/8/layout/hList1"/>
    <dgm:cxn modelId="{3E2B17E4-3DA1-4B84-A299-5F813A5A88A9}" type="presOf" srcId="{02BF773C-7A4D-4E99-88EC-D17CC9BA6754}" destId="{F458D20D-B51D-4862-A7BB-81B28034C700}" srcOrd="0" destOrd="3" presId="urn:microsoft.com/office/officeart/2005/8/layout/hList1"/>
    <dgm:cxn modelId="{33156AEA-7C9A-4940-9009-0C806D01A9A3}" type="presOf" srcId="{7A98F97A-7B24-454E-BDF7-DC682101ED54}" destId="{1D487DF7-0E4D-4C5D-8595-68A4FFB35A2E}" srcOrd="0" destOrd="2" presId="urn:microsoft.com/office/officeart/2005/8/layout/hList1"/>
    <dgm:cxn modelId="{CBB5D0EA-4DF9-43A1-B29E-7111D3801A48}" srcId="{D852759C-50B4-46DB-8C04-99792BA8E166}" destId="{B44E0E61-F5A1-458B-95B8-1316216C3485}" srcOrd="0" destOrd="0" parTransId="{BE14FD56-7693-4B04-817E-BC67BD06703F}" sibTransId="{262B6219-C4FE-4A89-BAD7-EDD637970935}"/>
    <dgm:cxn modelId="{10709FEB-B622-4F45-A68C-53E9268D50DE}" type="presOf" srcId="{8D4FBB1D-8E9B-433E-932A-0F6B0329914D}" destId="{801C34F2-5266-4C37-8F4B-25891065D0D6}" srcOrd="0" destOrd="2" presId="urn:microsoft.com/office/officeart/2005/8/layout/hList1"/>
    <dgm:cxn modelId="{B40117EF-09FA-4588-A767-E5017E6342B2}" type="presOf" srcId="{EA90B263-A605-4B6E-A501-A39BBE7CA951}" destId="{801C34F2-5266-4C37-8F4B-25891065D0D6}" srcOrd="0" destOrd="1" presId="urn:microsoft.com/office/officeart/2005/8/layout/hList1"/>
    <dgm:cxn modelId="{7906D2F7-1646-4DF8-A5F1-05E1F7E48D70}" type="presOf" srcId="{DEAE60F2-4100-42CF-A16B-14E1F8BB50BB}" destId="{B987A21F-21AA-4CFB-86FF-8BAB9716B11D}" srcOrd="0" destOrd="0" presId="urn:microsoft.com/office/officeart/2005/8/layout/hList1"/>
    <dgm:cxn modelId="{AA7792FC-C60B-4643-98C3-E40E1A8C4981}" type="presOf" srcId="{87867E4C-A3E4-4619-A8CB-742CA6CE8474}" destId="{F458D20D-B51D-4862-A7BB-81B28034C700}" srcOrd="0" destOrd="4" presId="urn:microsoft.com/office/officeart/2005/8/layout/hList1"/>
    <dgm:cxn modelId="{AFF75A7F-2948-4EBF-A0AA-A9910BAA234C}" type="presParOf" srcId="{D344F367-F741-4487-890D-CF4888146AC9}" destId="{BB73B2C6-17D5-4172-BAA5-0AA9726B6C50}" srcOrd="0" destOrd="0" presId="urn:microsoft.com/office/officeart/2005/8/layout/hList1"/>
    <dgm:cxn modelId="{91E897AD-0F68-406F-AC3D-17513B948DEF}" type="presParOf" srcId="{BB73B2C6-17D5-4172-BAA5-0AA9726B6C50}" destId="{EB18A1BF-C9B6-4625-B83E-BC5B5BFE4CA8}" srcOrd="0" destOrd="0" presId="urn:microsoft.com/office/officeart/2005/8/layout/hList1"/>
    <dgm:cxn modelId="{298DCEEB-442D-4C7B-A3F9-95E57FCB2BB8}" type="presParOf" srcId="{BB73B2C6-17D5-4172-BAA5-0AA9726B6C50}" destId="{F458D20D-B51D-4862-A7BB-81B28034C700}" srcOrd="1" destOrd="0" presId="urn:microsoft.com/office/officeart/2005/8/layout/hList1"/>
    <dgm:cxn modelId="{400B4AB9-D597-4747-BD83-7389BB6D7C31}" type="presParOf" srcId="{D344F367-F741-4487-890D-CF4888146AC9}" destId="{0C56B267-986C-41EF-9AB7-BEBC9FB52520}" srcOrd="1" destOrd="0" presId="urn:microsoft.com/office/officeart/2005/8/layout/hList1"/>
    <dgm:cxn modelId="{BB7C17CF-EFD3-47BF-B571-FE6E88FEB408}" type="presParOf" srcId="{D344F367-F741-4487-890D-CF4888146AC9}" destId="{D783A54B-6464-4A91-8214-82E4FE4A2B23}" srcOrd="2" destOrd="0" presId="urn:microsoft.com/office/officeart/2005/8/layout/hList1"/>
    <dgm:cxn modelId="{B6C8ABC3-D0DA-4456-A09C-4A3D471725B8}" type="presParOf" srcId="{D783A54B-6464-4A91-8214-82E4FE4A2B23}" destId="{CEC239BE-7D5F-4C08-B4C8-B837444D91B9}" srcOrd="0" destOrd="0" presId="urn:microsoft.com/office/officeart/2005/8/layout/hList1"/>
    <dgm:cxn modelId="{1A430681-C211-498C-B2CB-9C9A1B6F700C}" type="presParOf" srcId="{D783A54B-6464-4A91-8214-82E4FE4A2B23}" destId="{801C34F2-5266-4C37-8F4B-25891065D0D6}" srcOrd="1" destOrd="0" presId="urn:microsoft.com/office/officeart/2005/8/layout/hList1"/>
    <dgm:cxn modelId="{EC5D650B-6968-413B-A764-96A52A0E86B7}" type="presParOf" srcId="{D344F367-F741-4487-890D-CF4888146AC9}" destId="{414D2AB3-3601-4854-95FB-B5F896963EF8}" srcOrd="3" destOrd="0" presId="urn:microsoft.com/office/officeart/2005/8/layout/hList1"/>
    <dgm:cxn modelId="{36EFC687-2AC2-46CC-A614-DDF9AC030E30}" type="presParOf" srcId="{D344F367-F741-4487-890D-CF4888146AC9}" destId="{D9388C26-8E77-43D4-B05E-ED4AA43E0F70}" srcOrd="4" destOrd="0" presId="urn:microsoft.com/office/officeart/2005/8/layout/hList1"/>
    <dgm:cxn modelId="{9F33EA53-F68D-45E9-85C7-D3A02E40CA2C}" type="presParOf" srcId="{D9388C26-8E77-43D4-B05E-ED4AA43E0F70}" destId="{B987A21F-21AA-4CFB-86FF-8BAB9716B11D}" srcOrd="0" destOrd="0" presId="urn:microsoft.com/office/officeart/2005/8/layout/hList1"/>
    <dgm:cxn modelId="{A3A94065-2CEF-4769-BE2C-3101B8ACE98D}" type="presParOf" srcId="{D9388C26-8E77-43D4-B05E-ED4AA43E0F70}" destId="{1D487DF7-0E4D-4C5D-8595-68A4FFB35A2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B4CC42-FC8C-495E-8525-E2457ADE96A5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9B52530-CC07-4F34-9E00-3E28220F83E1}">
      <dgm:prSet/>
      <dgm:spPr/>
      <dgm:t>
        <a:bodyPr/>
        <a:lstStyle/>
        <a:p>
          <a:r>
            <a:rPr lang="de-DE" dirty="0" err="1"/>
            <a:t>Ovviamente</a:t>
          </a:r>
          <a:r>
            <a:rPr lang="de-DE" dirty="0"/>
            <a:t> le </a:t>
          </a:r>
          <a:r>
            <a:rPr lang="de-DE" dirty="0" err="1"/>
            <a:t>aziende</a:t>
          </a:r>
          <a:r>
            <a:rPr lang="de-DE" dirty="0"/>
            <a:t> </a:t>
          </a:r>
          <a:r>
            <a:rPr lang="de-DE" dirty="0" err="1"/>
            <a:t>con</a:t>
          </a:r>
          <a:r>
            <a:rPr lang="de-DE" dirty="0"/>
            <a:t> </a:t>
          </a:r>
          <a:r>
            <a:rPr lang="de-DE" dirty="0" err="1"/>
            <a:t>maggiori</a:t>
          </a:r>
          <a:r>
            <a:rPr lang="de-DE" dirty="0"/>
            <a:t> </a:t>
          </a:r>
          <a:r>
            <a:rPr lang="de-DE" dirty="0" err="1"/>
            <a:t>miglioramenti</a:t>
          </a:r>
          <a:r>
            <a:rPr lang="de-DE" dirty="0"/>
            <a:t> </a:t>
          </a:r>
          <a:r>
            <a:rPr lang="de-DE" dirty="0" err="1"/>
            <a:t>sono</a:t>
          </a:r>
          <a:r>
            <a:rPr lang="de-DE" dirty="0"/>
            <a:t> quelle </a:t>
          </a:r>
          <a:r>
            <a:rPr lang="de-DE" dirty="0" err="1"/>
            <a:t>individuate</a:t>
          </a:r>
          <a:r>
            <a:rPr lang="de-DE" dirty="0"/>
            <a:t> di rosso, </a:t>
          </a:r>
          <a:r>
            <a:rPr lang="de-DE" dirty="0" err="1"/>
            <a:t>facenti</a:t>
          </a:r>
          <a:r>
            <a:rPr lang="de-DE" dirty="0"/>
            <a:t> </a:t>
          </a:r>
          <a:r>
            <a:rPr lang="de-DE" dirty="0" err="1"/>
            <a:t>parte</a:t>
          </a:r>
          <a:r>
            <a:rPr lang="de-DE" dirty="0"/>
            <a:t> del </a:t>
          </a:r>
          <a:r>
            <a:rPr lang="de-DE" dirty="0" err="1"/>
            <a:t>primo</a:t>
          </a:r>
          <a:r>
            <a:rPr lang="de-DE" dirty="0"/>
            <a:t> </a:t>
          </a:r>
          <a:r>
            <a:rPr lang="de-DE" dirty="0" err="1"/>
            <a:t>quadrante</a:t>
          </a:r>
          <a:r>
            <a:rPr lang="de-DE" dirty="0"/>
            <a:t> in </a:t>
          </a:r>
          <a:r>
            <a:rPr lang="de-DE" dirty="0" err="1"/>
            <a:t>alto</a:t>
          </a:r>
          <a:r>
            <a:rPr lang="de-DE" dirty="0"/>
            <a:t> a destra. </a:t>
          </a:r>
          <a:r>
            <a:rPr lang="de-DE" dirty="0" err="1"/>
            <a:t>Perció</a:t>
          </a:r>
          <a:r>
            <a:rPr lang="de-DE" dirty="0"/>
            <a:t> le </a:t>
          </a:r>
          <a:r>
            <a:rPr lang="de-DE" dirty="0" err="1"/>
            <a:t>start</a:t>
          </a:r>
          <a:r>
            <a:rPr lang="de-DE" dirty="0"/>
            <a:t> up in </a:t>
          </a:r>
          <a:r>
            <a:rPr lang="de-DE" dirty="0" err="1"/>
            <a:t>cui</a:t>
          </a:r>
          <a:r>
            <a:rPr lang="de-DE" dirty="0"/>
            <a:t> </a:t>
          </a:r>
          <a:r>
            <a:rPr lang="de-DE" dirty="0" err="1"/>
            <a:t>proponiamo</a:t>
          </a:r>
          <a:r>
            <a:rPr lang="de-DE" dirty="0"/>
            <a:t> di </a:t>
          </a:r>
          <a:r>
            <a:rPr lang="de-DE" dirty="0" err="1"/>
            <a:t>investire</a:t>
          </a:r>
          <a:r>
            <a:rPr lang="de-DE" dirty="0"/>
            <a:t> </a:t>
          </a:r>
          <a:r>
            <a:rPr lang="de-DE" dirty="0" err="1"/>
            <a:t>sono</a:t>
          </a:r>
          <a:r>
            <a:rPr lang="de-DE" dirty="0"/>
            <a:t>: GEODATALAB S.R.L.S. - SMART HUB S.R.L. - SET IT SRL - BIOMEDICAL SAFETY SRL</a:t>
          </a:r>
          <a:endParaRPr lang="it-IT" dirty="0"/>
        </a:p>
      </dgm:t>
    </dgm:pt>
    <dgm:pt modelId="{47BDB808-2B66-473B-8EFF-A6D6C707B3D9}" type="parTrans" cxnId="{167F909A-37F2-4F24-A000-F66A1DDD1B87}">
      <dgm:prSet/>
      <dgm:spPr/>
      <dgm:t>
        <a:bodyPr/>
        <a:lstStyle/>
        <a:p>
          <a:endParaRPr lang="it-IT"/>
        </a:p>
      </dgm:t>
    </dgm:pt>
    <dgm:pt modelId="{D23D2916-E281-4A25-87E7-0CB5B1AC9B03}" type="sibTrans" cxnId="{167F909A-37F2-4F24-A000-F66A1DDD1B87}">
      <dgm:prSet/>
      <dgm:spPr/>
      <dgm:t>
        <a:bodyPr/>
        <a:lstStyle/>
        <a:p>
          <a:endParaRPr lang="it-IT"/>
        </a:p>
      </dgm:t>
    </dgm:pt>
    <dgm:pt modelId="{DB84DD12-10F4-4327-A54C-CE0E8EE94D95}">
      <dgm:prSet/>
      <dgm:spPr/>
      <dgm:t>
        <a:bodyPr/>
        <a:lstStyle/>
        <a:p>
          <a:r>
            <a:rPr lang="de-DE" dirty="0"/>
            <a:t>Le </a:t>
          </a:r>
          <a:r>
            <a:rPr lang="de-DE" dirty="0" err="1"/>
            <a:t>peggiori</a:t>
          </a:r>
          <a:r>
            <a:rPr lang="de-DE" dirty="0"/>
            <a:t> </a:t>
          </a:r>
          <a:r>
            <a:rPr lang="de-DE" dirty="0" err="1"/>
            <a:t>aziende</a:t>
          </a:r>
          <a:r>
            <a:rPr lang="de-DE" dirty="0"/>
            <a:t> </a:t>
          </a:r>
          <a:r>
            <a:rPr lang="de-DE" dirty="0" err="1"/>
            <a:t>che</a:t>
          </a:r>
          <a:r>
            <a:rPr lang="de-DE" dirty="0"/>
            <a:t> </a:t>
          </a:r>
          <a:r>
            <a:rPr lang="de-DE" dirty="0" err="1"/>
            <a:t>sconsigliamo</a:t>
          </a:r>
          <a:r>
            <a:rPr lang="de-DE" dirty="0"/>
            <a:t> di </a:t>
          </a:r>
          <a:r>
            <a:rPr lang="de-DE" dirty="0" err="1"/>
            <a:t>investire</a:t>
          </a:r>
          <a:r>
            <a:rPr lang="de-DE" dirty="0"/>
            <a:t> </a:t>
          </a:r>
          <a:r>
            <a:rPr lang="de-DE" dirty="0" err="1"/>
            <a:t>sono</a:t>
          </a:r>
          <a:r>
            <a:rPr lang="de-DE" dirty="0"/>
            <a:t> </a:t>
          </a:r>
          <a:r>
            <a:rPr lang="de-DE" dirty="0" err="1"/>
            <a:t>situate</a:t>
          </a:r>
          <a:r>
            <a:rPr lang="de-DE" dirty="0"/>
            <a:t> </a:t>
          </a:r>
          <a:r>
            <a:rPr lang="de-DE" dirty="0" err="1"/>
            <a:t>nel</a:t>
          </a:r>
          <a:r>
            <a:rPr lang="de-DE" dirty="0"/>
            <a:t> </a:t>
          </a:r>
          <a:r>
            <a:rPr lang="de-DE" dirty="0" err="1"/>
            <a:t>quadrante</a:t>
          </a:r>
          <a:r>
            <a:rPr lang="de-DE" dirty="0"/>
            <a:t> in </a:t>
          </a:r>
          <a:r>
            <a:rPr lang="de-DE" dirty="0" err="1"/>
            <a:t>basso</a:t>
          </a:r>
          <a:r>
            <a:rPr lang="de-DE" dirty="0"/>
            <a:t> a </a:t>
          </a:r>
          <a:r>
            <a:rPr lang="de-DE" dirty="0" err="1"/>
            <a:t>sinistra</a:t>
          </a:r>
          <a:r>
            <a:rPr lang="de-DE" dirty="0"/>
            <a:t>, </a:t>
          </a:r>
          <a:r>
            <a:rPr lang="de-DE" dirty="0" err="1"/>
            <a:t>come</a:t>
          </a:r>
          <a:r>
            <a:rPr lang="de-DE" dirty="0"/>
            <a:t> ad </a:t>
          </a:r>
          <a:r>
            <a:rPr lang="de-DE" dirty="0" err="1"/>
            <a:t>esempio</a:t>
          </a:r>
          <a:r>
            <a:rPr lang="de-DE" dirty="0"/>
            <a:t> le </a:t>
          </a:r>
          <a:r>
            <a:rPr lang="de-DE" dirty="0" err="1"/>
            <a:t>start</a:t>
          </a:r>
          <a:r>
            <a:rPr lang="de-DE" dirty="0"/>
            <a:t> up KOPEN S.R.L. - SMART HUB S.R.L. </a:t>
          </a:r>
          <a:endParaRPr lang="it-IT" dirty="0"/>
        </a:p>
      </dgm:t>
    </dgm:pt>
    <dgm:pt modelId="{27692AAA-5758-43B6-8AEA-70972AA0FCD0}" type="parTrans" cxnId="{8D6EF209-6275-46AA-B52F-AF394A09AE2A}">
      <dgm:prSet/>
      <dgm:spPr/>
      <dgm:t>
        <a:bodyPr/>
        <a:lstStyle/>
        <a:p>
          <a:endParaRPr lang="it-IT"/>
        </a:p>
      </dgm:t>
    </dgm:pt>
    <dgm:pt modelId="{33017A76-FA35-45BE-A031-4684D7C2EC69}" type="sibTrans" cxnId="{8D6EF209-6275-46AA-B52F-AF394A09AE2A}">
      <dgm:prSet/>
      <dgm:spPr/>
      <dgm:t>
        <a:bodyPr/>
        <a:lstStyle/>
        <a:p>
          <a:endParaRPr lang="it-IT"/>
        </a:p>
      </dgm:t>
    </dgm:pt>
    <dgm:pt modelId="{1A697D11-AFE5-46EF-96B0-893BB00C94D7}" type="pres">
      <dgm:prSet presAssocID="{52B4CC42-FC8C-495E-8525-E2457ADE96A5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56A939B-7589-4C82-AAC9-40031C9B41C9}" type="pres">
      <dgm:prSet presAssocID="{89B52530-CC07-4F34-9E00-3E28220F83E1}" presName="root" presStyleCnt="0"/>
      <dgm:spPr/>
    </dgm:pt>
    <dgm:pt modelId="{BC4493FF-5C0D-472F-860D-0A3971FCE82F}" type="pres">
      <dgm:prSet presAssocID="{89B52530-CC07-4F34-9E00-3E28220F83E1}" presName="rootComposite" presStyleCnt="0"/>
      <dgm:spPr/>
    </dgm:pt>
    <dgm:pt modelId="{8FF6EC17-27C4-4AD8-8917-51AB028C2F51}" type="pres">
      <dgm:prSet presAssocID="{89B52530-CC07-4F34-9E00-3E28220F83E1}" presName="rootText" presStyleLbl="node1" presStyleIdx="0" presStyleCnt="2"/>
      <dgm:spPr/>
    </dgm:pt>
    <dgm:pt modelId="{CC05A3D4-A3EF-41F1-84FB-DE797854EDB9}" type="pres">
      <dgm:prSet presAssocID="{89B52530-CC07-4F34-9E00-3E28220F83E1}" presName="rootConnector" presStyleLbl="node1" presStyleIdx="0" presStyleCnt="2"/>
      <dgm:spPr/>
    </dgm:pt>
    <dgm:pt modelId="{5B9BFD15-8771-4EA2-B91B-759ED14AB689}" type="pres">
      <dgm:prSet presAssocID="{89B52530-CC07-4F34-9E00-3E28220F83E1}" presName="childShape" presStyleCnt="0"/>
      <dgm:spPr/>
    </dgm:pt>
    <dgm:pt modelId="{8B1CF593-A7EC-4715-A35B-4A1EA003FB0F}" type="pres">
      <dgm:prSet presAssocID="{DB84DD12-10F4-4327-A54C-CE0E8EE94D95}" presName="root" presStyleCnt="0"/>
      <dgm:spPr/>
    </dgm:pt>
    <dgm:pt modelId="{22AB2D2D-2F32-4785-B16B-74E8C2F359C4}" type="pres">
      <dgm:prSet presAssocID="{DB84DD12-10F4-4327-A54C-CE0E8EE94D95}" presName="rootComposite" presStyleCnt="0"/>
      <dgm:spPr/>
    </dgm:pt>
    <dgm:pt modelId="{97DB7E19-5006-44E6-BAE4-07F85C3B0D2E}" type="pres">
      <dgm:prSet presAssocID="{DB84DD12-10F4-4327-A54C-CE0E8EE94D95}" presName="rootText" presStyleLbl="node1" presStyleIdx="1" presStyleCnt="2"/>
      <dgm:spPr/>
    </dgm:pt>
    <dgm:pt modelId="{5D3ABD6C-1DFC-4325-9DB2-489E15DCE414}" type="pres">
      <dgm:prSet presAssocID="{DB84DD12-10F4-4327-A54C-CE0E8EE94D95}" presName="rootConnector" presStyleLbl="node1" presStyleIdx="1" presStyleCnt="2"/>
      <dgm:spPr/>
    </dgm:pt>
    <dgm:pt modelId="{9BF0D95F-D838-4854-9B7D-FC546D27D810}" type="pres">
      <dgm:prSet presAssocID="{DB84DD12-10F4-4327-A54C-CE0E8EE94D95}" presName="childShape" presStyleCnt="0"/>
      <dgm:spPr/>
    </dgm:pt>
  </dgm:ptLst>
  <dgm:cxnLst>
    <dgm:cxn modelId="{8D6EF209-6275-46AA-B52F-AF394A09AE2A}" srcId="{52B4CC42-FC8C-495E-8525-E2457ADE96A5}" destId="{DB84DD12-10F4-4327-A54C-CE0E8EE94D95}" srcOrd="1" destOrd="0" parTransId="{27692AAA-5758-43B6-8AEA-70972AA0FCD0}" sibTransId="{33017A76-FA35-45BE-A031-4684D7C2EC69}"/>
    <dgm:cxn modelId="{31C22025-E918-438C-8BCB-AB659199B7BA}" type="presOf" srcId="{89B52530-CC07-4F34-9E00-3E28220F83E1}" destId="{CC05A3D4-A3EF-41F1-84FB-DE797854EDB9}" srcOrd="1" destOrd="0" presId="urn:microsoft.com/office/officeart/2005/8/layout/hierarchy3"/>
    <dgm:cxn modelId="{602CF473-C035-42FB-AF30-7E06B18F245D}" type="presOf" srcId="{89B52530-CC07-4F34-9E00-3E28220F83E1}" destId="{8FF6EC17-27C4-4AD8-8917-51AB028C2F51}" srcOrd="0" destOrd="0" presId="urn:microsoft.com/office/officeart/2005/8/layout/hierarchy3"/>
    <dgm:cxn modelId="{2D564959-2A29-4B88-9B52-0CA0E13AB666}" type="presOf" srcId="{DB84DD12-10F4-4327-A54C-CE0E8EE94D95}" destId="{5D3ABD6C-1DFC-4325-9DB2-489E15DCE414}" srcOrd="1" destOrd="0" presId="urn:microsoft.com/office/officeart/2005/8/layout/hierarchy3"/>
    <dgm:cxn modelId="{167F909A-37F2-4F24-A000-F66A1DDD1B87}" srcId="{52B4CC42-FC8C-495E-8525-E2457ADE96A5}" destId="{89B52530-CC07-4F34-9E00-3E28220F83E1}" srcOrd="0" destOrd="0" parTransId="{47BDB808-2B66-473B-8EFF-A6D6C707B3D9}" sibTransId="{D23D2916-E281-4A25-87E7-0CB5B1AC9B03}"/>
    <dgm:cxn modelId="{BE199DC1-CA32-4720-97D1-7614062A4AEF}" type="presOf" srcId="{52B4CC42-FC8C-495E-8525-E2457ADE96A5}" destId="{1A697D11-AFE5-46EF-96B0-893BB00C94D7}" srcOrd="0" destOrd="0" presId="urn:microsoft.com/office/officeart/2005/8/layout/hierarchy3"/>
    <dgm:cxn modelId="{4D1281D6-C824-41D5-A659-0E9BACB95117}" type="presOf" srcId="{DB84DD12-10F4-4327-A54C-CE0E8EE94D95}" destId="{97DB7E19-5006-44E6-BAE4-07F85C3B0D2E}" srcOrd="0" destOrd="0" presId="urn:microsoft.com/office/officeart/2005/8/layout/hierarchy3"/>
    <dgm:cxn modelId="{1E970C76-3CE8-41A5-87E2-3764F07E4A3B}" type="presParOf" srcId="{1A697D11-AFE5-46EF-96B0-893BB00C94D7}" destId="{156A939B-7589-4C82-AAC9-40031C9B41C9}" srcOrd="0" destOrd="0" presId="urn:microsoft.com/office/officeart/2005/8/layout/hierarchy3"/>
    <dgm:cxn modelId="{0BAAC307-7BAF-4318-8E31-3637DDA3A42A}" type="presParOf" srcId="{156A939B-7589-4C82-AAC9-40031C9B41C9}" destId="{BC4493FF-5C0D-472F-860D-0A3971FCE82F}" srcOrd="0" destOrd="0" presId="urn:microsoft.com/office/officeart/2005/8/layout/hierarchy3"/>
    <dgm:cxn modelId="{6BB6B97C-FF33-42C7-866B-9B071030A635}" type="presParOf" srcId="{BC4493FF-5C0D-472F-860D-0A3971FCE82F}" destId="{8FF6EC17-27C4-4AD8-8917-51AB028C2F51}" srcOrd="0" destOrd="0" presId="urn:microsoft.com/office/officeart/2005/8/layout/hierarchy3"/>
    <dgm:cxn modelId="{763A995D-9017-4CDB-840A-371886AF2A7B}" type="presParOf" srcId="{BC4493FF-5C0D-472F-860D-0A3971FCE82F}" destId="{CC05A3D4-A3EF-41F1-84FB-DE797854EDB9}" srcOrd="1" destOrd="0" presId="urn:microsoft.com/office/officeart/2005/8/layout/hierarchy3"/>
    <dgm:cxn modelId="{9F222DC0-6952-4882-A632-BFCC3F1C02A6}" type="presParOf" srcId="{156A939B-7589-4C82-AAC9-40031C9B41C9}" destId="{5B9BFD15-8771-4EA2-B91B-759ED14AB689}" srcOrd="1" destOrd="0" presId="urn:microsoft.com/office/officeart/2005/8/layout/hierarchy3"/>
    <dgm:cxn modelId="{78619350-258E-44DC-B6A9-1770C00DF337}" type="presParOf" srcId="{1A697D11-AFE5-46EF-96B0-893BB00C94D7}" destId="{8B1CF593-A7EC-4715-A35B-4A1EA003FB0F}" srcOrd="1" destOrd="0" presId="urn:microsoft.com/office/officeart/2005/8/layout/hierarchy3"/>
    <dgm:cxn modelId="{D5C0865B-5C65-432A-8D57-6A45452034B4}" type="presParOf" srcId="{8B1CF593-A7EC-4715-A35B-4A1EA003FB0F}" destId="{22AB2D2D-2F32-4785-B16B-74E8C2F359C4}" srcOrd="0" destOrd="0" presId="urn:microsoft.com/office/officeart/2005/8/layout/hierarchy3"/>
    <dgm:cxn modelId="{F01FC1FB-C977-4628-9D19-5A5A4DD54877}" type="presParOf" srcId="{22AB2D2D-2F32-4785-B16B-74E8C2F359C4}" destId="{97DB7E19-5006-44E6-BAE4-07F85C3B0D2E}" srcOrd="0" destOrd="0" presId="urn:microsoft.com/office/officeart/2005/8/layout/hierarchy3"/>
    <dgm:cxn modelId="{7F14F7B8-803F-4FE4-8886-A8F2DF842C6F}" type="presParOf" srcId="{22AB2D2D-2F32-4785-B16B-74E8C2F359C4}" destId="{5D3ABD6C-1DFC-4325-9DB2-489E15DCE414}" srcOrd="1" destOrd="0" presId="urn:microsoft.com/office/officeart/2005/8/layout/hierarchy3"/>
    <dgm:cxn modelId="{CC1408D8-4570-46BD-B461-65EF212D1012}" type="presParOf" srcId="{8B1CF593-A7EC-4715-A35B-4A1EA003FB0F}" destId="{9BF0D95F-D838-4854-9B7D-FC546D27D810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500" kern="1200" noProof="0" dirty="0"/>
            <a:t>Campionamento e selezione degli indici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16437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noProof="0" dirty="0"/>
            <a:t>Analisi del </a:t>
          </a:r>
          <a:r>
            <a:rPr lang="de-DE" sz="2500" kern="1200" noProof="0" dirty="0" err="1"/>
            <a:t>dataset</a:t>
          </a:r>
          <a:r>
            <a:rPr lang="de-DE" sz="2500" kern="1200" noProof="0" dirty="0"/>
            <a:t> </a:t>
          </a:r>
          <a:r>
            <a:rPr lang="de-DE" sz="2500" kern="1200" noProof="0" dirty="0" err="1"/>
            <a:t>su</a:t>
          </a:r>
          <a:r>
            <a:rPr lang="de-DE" sz="2500" kern="1200" noProof="0" dirty="0"/>
            <a:t> R  </a:t>
          </a:r>
          <a:endParaRPr lang="it-IT" sz="2500" kern="1200" noProof="0" dirty="0"/>
        </a:p>
      </dsp:txBody>
      <dsp:txXfrm>
        <a:off x="755666" y="1416437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63500" rIns="63500" bIns="63500" numCol="1" spcCol="1270" rtlCol="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kern="1200" noProof="0" dirty="0" err="1"/>
            <a:t>Interpretazione</a:t>
          </a:r>
          <a:r>
            <a:rPr lang="de-DE" sz="2500" kern="1200" noProof="0" dirty="0"/>
            <a:t> </a:t>
          </a:r>
          <a:r>
            <a:rPr lang="de-DE" sz="2500" kern="1200" noProof="0" dirty="0" err="1"/>
            <a:t>risultati</a:t>
          </a:r>
          <a:r>
            <a:rPr lang="de-DE" sz="2500" kern="1200" noProof="0" dirty="0"/>
            <a:t> </a:t>
          </a:r>
          <a:r>
            <a:rPr lang="de-DE" sz="2500" kern="1200" noProof="0" dirty="0" err="1"/>
            <a:t>ottenuti</a:t>
          </a:r>
          <a:endParaRPr lang="it-IT" sz="2500" kern="1200" noProof="0" dirty="0"/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8A1BF-C9B6-4625-B83E-BC5B5BFE4CA8}">
      <dsp:nvSpPr>
        <dsp:cNvPr id="0" name=""/>
        <dsp:cNvSpPr/>
      </dsp:nvSpPr>
      <dsp:spPr>
        <a:xfrm>
          <a:off x="2539" y="786633"/>
          <a:ext cx="2476500" cy="99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 err="1">
              <a:solidFill>
                <a:schemeClr val="accent2"/>
              </a:solidFill>
            </a:rPr>
            <a:t>Indici</a:t>
          </a:r>
          <a:r>
            <a:rPr lang="de-DE" sz="2400" kern="1200" dirty="0">
              <a:solidFill>
                <a:schemeClr val="accent2"/>
              </a:solidFill>
            </a:rPr>
            <a:t> di </a:t>
          </a:r>
          <a:r>
            <a:rPr lang="de-DE" sz="2400" kern="1200" dirty="0" err="1">
              <a:solidFill>
                <a:schemeClr val="accent2"/>
              </a:solidFill>
            </a:rPr>
            <a:t>reddittivitá</a:t>
          </a:r>
          <a:endParaRPr lang="it-IT" sz="2400" kern="1200" dirty="0">
            <a:solidFill>
              <a:schemeClr val="accent2"/>
            </a:solidFill>
          </a:endParaRPr>
        </a:p>
      </dsp:txBody>
      <dsp:txXfrm>
        <a:off x="2539" y="786633"/>
        <a:ext cx="2476500" cy="990600"/>
      </dsp:txXfrm>
    </dsp:sp>
    <dsp:sp modelId="{F458D20D-B51D-4862-A7BB-81B28034C700}">
      <dsp:nvSpPr>
        <dsp:cNvPr id="0" name=""/>
        <dsp:cNvSpPr/>
      </dsp:nvSpPr>
      <dsp:spPr>
        <a:xfrm>
          <a:off x="2539" y="1777233"/>
          <a:ext cx="247650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dirty="0"/>
            <a:t>ROA</a:t>
          </a: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dirty="0"/>
            <a:t>EBITDA/V</a:t>
          </a: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dirty="0"/>
            <a:t>ROS</a:t>
          </a:r>
          <a:endParaRPr lang="it-IT" sz="1800" kern="1200" dirty="0"/>
        </a:p>
      </dsp:txBody>
      <dsp:txXfrm>
        <a:off x="2539" y="1777233"/>
        <a:ext cx="2476500" cy="2854800"/>
      </dsp:txXfrm>
    </dsp:sp>
    <dsp:sp modelId="{CEC239BE-7D5F-4C08-B4C8-B837444D91B9}">
      <dsp:nvSpPr>
        <dsp:cNvPr id="0" name=""/>
        <dsp:cNvSpPr/>
      </dsp:nvSpPr>
      <dsp:spPr>
        <a:xfrm>
          <a:off x="2825749" y="786633"/>
          <a:ext cx="2476500" cy="99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 err="1">
              <a:solidFill>
                <a:schemeClr val="accent2"/>
              </a:solidFill>
            </a:rPr>
            <a:t>Indici</a:t>
          </a:r>
          <a:r>
            <a:rPr lang="de-DE" sz="2400" kern="1200" dirty="0">
              <a:solidFill>
                <a:schemeClr val="accent2"/>
              </a:solidFill>
            </a:rPr>
            <a:t> </a:t>
          </a:r>
          <a:r>
            <a:rPr lang="de-DE" sz="2400" kern="1200" dirty="0" err="1">
              <a:solidFill>
                <a:schemeClr val="accent2"/>
              </a:solidFill>
            </a:rPr>
            <a:t>patrimoniali</a:t>
          </a:r>
          <a:endParaRPr lang="it-IT" sz="2400" kern="1200" dirty="0">
            <a:solidFill>
              <a:schemeClr val="accent2"/>
            </a:solidFill>
          </a:endParaRPr>
        </a:p>
      </dsp:txBody>
      <dsp:txXfrm>
        <a:off x="2825749" y="786633"/>
        <a:ext cx="2476500" cy="990600"/>
      </dsp:txXfrm>
    </dsp:sp>
    <dsp:sp modelId="{801C34F2-5266-4C37-8F4B-25891065D0D6}">
      <dsp:nvSpPr>
        <dsp:cNvPr id="0" name=""/>
        <dsp:cNvSpPr/>
      </dsp:nvSpPr>
      <dsp:spPr>
        <a:xfrm>
          <a:off x="2825749" y="1777233"/>
          <a:ext cx="247650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dirty="0" err="1">
              <a:latin typeface="+mn-lt"/>
            </a:rPr>
            <a:t>Indice</a:t>
          </a:r>
          <a:r>
            <a:rPr lang="de-DE" sz="1800" kern="1200" dirty="0">
              <a:latin typeface="+mn-lt"/>
            </a:rPr>
            <a:t> di </a:t>
          </a:r>
          <a:r>
            <a:rPr lang="de-DE" sz="1800" kern="1200" dirty="0" err="1">
              <a:latin typeface="+mn-lt"/>
            </a:rPr>
            <a:t>copertura</a:t>
          </a:r>
          <a:r>
            <a:rPr lang="de-DE" sz="1800" kern="1200" dirty="0">
              <a:latin typeface="+mn-lt"/>
            </a:rPr>
            <a:t> delle </a:t>
          </a:r>
          <a:r>
            <a:rPr lang="de-DE" sz="1800" kern="1200" dirty="0" err="1">
              <a:latin typeface="+mn-lt"/>
            </a:rPr>
            <a:t>immobilizzazioni</a:t>
          </a:r>
          <a:endParaRPr lang="it-IT" sz="18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kern="1200" dirty="0">
            <a:latin typeface="+mn-lt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dirty="0" err="1">
              <a:latin typeface="+mn-lt"/>
            </a:rPr>
            <a:t>Rapporto</a:t>
          </a:r>
          <a:r>
            <a:rPr lang="de-DE" sz="1800" kern="1200" dirty="0">
              <a:latin typeface="+mn-lt"/>
            </a:rPr>
            <a:t> di </a:t>
          </a:r>
          <a:r>
            <a:rPr lang="de-DE" sz="1800" kern="1200" dirty="0" err="1">
              <a:latin typeface="+mn-lt"/>
            </a:rPr>
            <a:t>indebitamento</a:t>
          </a:r>
          <a:endParaRPr lang="it-IT" sz="1800" kern="1200" dirty="0">
            <a:latin typeface="+mn-lt"/>
          </a:endParaRPr>
        </a:p>
      </dsp:txBody>
      <dsp:txXfrm>
        <a:off x="2825749" y="1777233"/>
        <a:ext cx="2476500" cy="2854800"/>
      </dsp:txXfrm>
    </dsp:sp>
    <dsp:sp modelId="{B987A21F-21AA-4CFB-86FF-8BAB9716B11D}">
      <dsp:nvSpPr>
        <dsp:cNvPr id="0" name=""/>
        <dsp:cNvSpPr/>
      </dsp:nvSpPr>
      <dsp:spPr>
        <a:xfrm>
          <a:off x="5648960" y="786633"/>
          <a:ext cx="2476500" cy="990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 err="1">
              <a:solidFill>
                <a:schemeClr val="accent2"/>
              </a:solidFill>
            </a:rPr>
            <a:t>Indici</a:t>
          </a:r>
          <a:r>
            <a:rPr lang="de-DE" sz="2400" kern="1200" dirty="0">
              <a:solidFill>
                <a:schemeClr val="accent2"/>
              </a:solidFill>
            </a:rPr>
            <a:t> di </a:t>
          </a:r>
          <a:r>
            <a:rPr lang="de-DE" sz="2400" kern="1200" dirty="0" err="1">
              <a:solidFill>
                <a:schemeClr val="accent2"/>
              </a:solidFill>
            </a:rPr>
            <a:t>liquiditá</a:t>
          </a:r>
          <a:endParaRPr lang="it-IT" sz="2400" kern="1200" dirty="0">
            <a:solidFill>
              <a:schemeClr val="accent2"/>
            </a:solidFill>
          </a:endParaRPr>
        </a:p>
      </dsp:txBody>
      <dsp:txXfrm>
        <a:off x="5648960" y="786633"/>
        <a:ext cx="2476500" cy="990600"/>
      </dsp:txXfrm>
    </dsp:sp>
    <dsp:sp modelId="{1D487DF7-0E4D-4C5D-8595-68A4FFB35A2E}">
      <dsp:nvSpPr>
        <dsp:cNvPr id="0" name=""/>
        <dsp:cNvSpPr/>
      </dsp:nvSpPr>
      <dsp:spPr>
        <a:xfrm>
          <a:off x="5648960" y="1777233"/>
          <a:ext cx="247650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800" kern="1200" dirty="0" err="1"/>
            <a:t>Current</a:t>
          </a:r>
          <a:r>
            <a:rPr lang="de-DE" sz="1800" kern="1200" dirty="0"/>
            <a:t> </a:t>
          </a:r>
          <a:r>
            <a:rPr lang="de-DE" sz="1800" kern="1200" dirty="0" err="1"/>
            <a:t>ratio</a:t>
          </a: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it-IT" sz="1800" kern="1200" dirty="0"/>
        </a:p>
      </dsp:txBody>
      <dsp:txXfrm>
        <a:off x="5648960" y="1777233"/>
        <a:ext cx="2476500" cy="28548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6EC17-27C4-4AD8-8917-51AB028C2F51}">
      <dsp:nvSpPr>
        <dsp:cNvPr id="0" name=""/>
        <dsp:cNvSpPr/>
      </dsp:nvSpPr>
      <dsp:spPr>
        <a:xfrm>
          <a:off x="1387" y="307080"/>
          <a:ext cx="5050318" cy="2525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 err="1"/>
            <a:t>Ovviamente</a:t>
          </a:r>
          <a:r>
            <a:rPr lang="de-DE" sz="2100" kern="1200" dirty="0"/>
            <a:t> le </a:t>
          </a:r>
          <a:r>
            <a:rPr lang="de-DE" sz="2100" kern="1200" dirty="0" err="1"/>
            <a:t>aziende</a:t>
          </a:r>
          <a:r>
            <a:rPr lang="de-DE" sz="2100" kern="1200" dirty="0"/>
            <a:t> </a:t>
          </a:r>
          <a:r>
            <a:rPr lang="de-DE" sz="2100" kern="1200" dirty="0" err="1"/>
            <a:t>con</a:t>
          </a:r>
          <a:r>
            <a:rPr lang="de-DE" sz="2100" kern="1200" dirty="0"/>
            <a:t> </a:t>
          </a:r>
          <a:r>
            <a:rPr lang="de-DE" sz="2100" kern="1200" dirty="0" err="1"/>
            <a:t>maggiori</a:t>
          </a:r>
          <a:r>
            <a:rPr lang="de-DE" sz="2100" kern="1200" dirty="0"/>
            <a:t> </a:t>
          </a:r>
          <a:r>
            <a:rPr lang="de-DE" sz="2100" kern="1200" dirty="0" err="1"/>
            <a:t>miglioramenti</a:t>
          </a:r>
          <a:r>
            <a:rPr lang="de-DE" sz="2100" kern="1200" dirty="0"/>
            <a:t> </a:t>
          </a:r>
          <a:r>
            <a:rPr lang="de-DE" sz="2100" kern="1200" dirty="0" err="1"/>
            <a:t>sono</a:t>
          </a:r>
          <a:r>
            <a:rPr lang="de-DE" sz="2100" kern="1200" dirty="0"/>
            <a:t> quelle </a:t>
          </a:r>
          <a:r>
            <a:rPr lang="de-DE" sz="2100" kern="1200" dirty="0" err="1"/>
            <a:t>individuate</a:t>
          </a:r>
          <a:r>
            <a:rPr lang="de-DE" sz="2100" kern="1200" dirty="0"/>
            <a:t> di rosso, </a:t>
          </a:r>
          <a:r>
            <a:rPr lang="de-DE" sz="2100" kern="1200" dirty="0" err="1"/>
            <a:t>facenti</a:t>
          </a:r>
          <a:r>
            <a:rPr lang="de-DE" sz="2100" kern="1200" dirty="0"/>
            <a:t> </a:t>
          </a:r>
          <a:r>
            <a:rPr lang="de-DE" sz="2100" kern="1200" dirty="0" err="1"/>
            <a:t>parte</a:t>
          </a:r>
          <a:r>
            <a:rPr lang="de-DE" sz="2100" kern="1200" dirty="0"/>
            <a:t> del </a:t>
          </a:r>
          <a:r>
            <a:rPr lang="de-DE" sz="2100" kern="1200" dirty="0" err="1"/>
            <a:t>primo</a:t>
          </a:r>
          <a:r>
            <a:rPr lang="de-DE" sz="2100" kern="1200" dirty="0"/>
            <a:t> </a:t>
          </a:r>
          <a:r>
            <a:rPr lang="de-DE" sz="2100" kern="1200" dirty="0" err="1"/>
            <a:t>quadrante</a:t>
          </a:r>
          <a:r>
            <a:rPr lang="de-DE" sz="2100" kern="1200" dirty="0"/>
            <a:t> in </a:t>
          </a:r>
          <a:r>
            <a:rPr lang="de-DE" sz="2100" kern="1200" dirty="0" err="1"/>
            <a:t>alto</a:t>
          </a:r>
          <a:r>
            <a:rPr lang="de-DE" sz="2100" kern="1200" dirty="0"/>
            <a:t> a destra. </a:t>
          </a:r>
          <a:r>
            <a:rPr lang="de-DE" sz="2100" kern="1200" dirty="0" err="1"/>
            <a:t>Perció</a:t>
          </a:r>
          <a:r>
            <a:rPr lang="de-DE" sz="2100" kern="1200" dirty="0"/>
            <a:t> le </a:t>
          </a:r>
          <a:r>
            <a:rPr lang="de-DE" sz="2100" kern="1200" dirty="0" err="1"/>
            <a:t>start</a:t>
          </a:r>
          <a:r>
            <a:rPr lang="de-DE" sz="2100" kern="1200" dirty="0"/>
            <a:t> up in </a:t>
          </a:r>
          <a:r>
            <a:rPr lang="de-DE" sz="2100" kern="1200" dirty="0" err="1"/>
            <a:t>cui</a:t>
          </a:r>
          <a:r>
            <a:rPr lang="de-DE" sz="2100" kern="1200" dirty="0"/>
            <a:t> </a:t>
          </a:r>
          <a:r>
            <a:rPr lang="de-DE" sz="2100" kern="1200" dirty="0" err="1"/>
            <a:t>proponiamo</a:t>
          </a:r>
          <a:r>
            <a:rPr lang="de-DE" sz="2100" kern="1200" dirty="0"/>
            <a:t> di </a:t>
          </a:r>
          <a:r>
            <a:rPr lang="de-DE" sz="2100" kern="1200" dirty="0" err="1"/>
            <a:t>investire</a:t>
          </a:r>
          <a:r>
            <a:rPr lang="de-DE" sz="2100" kern="1200" dirty="0"/>
            <a:t> </a:t>
          </a:r>
          <a:r>
            <a:rPr lang="de-DE" sz="2100" kern="1200" dirty="0" err="1"/>
            <a:t>sono</a:t>
          </a:r>
          <a:r>
            <a:rPr lang="de-DE" sz="2100" kern="1200" dirty="0"/>
            <a:t>: GEODATALAB S.R.L.S. - SMART HUB S.R.L. - SET IT SRL - BIOMEDICAL SAFETY SRL</a:t>
          </a:r>
          <a:endParaRPr lang="it-IT" sz="2100" kern="1200" dirty="0"/>
        </a:p>
      </dsp:txBody>
      <dsp:txXfrm>
        <a:off x="75346" y="381039"/>
        <a:ext cx="4902400" cy="2377241"/>
      </dsp:txXfrm>
    </dsp:sp>
    <dsp:sp modelId="{97DB7E19-5006-44E6-BAE4-07F85C3B0D2E}">
      <dsp:nvSpPr>
        <dsp:cNvPr id="0" name=""/>
        <dsp:cNvSpPr/>
      </dsp:nvSpPr>
      <dsp:spPr>
        <a:xfrm>
          <a:off x="6314285" y="307080"/>
          <a:ext cx="5050318" cy="25251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dirty="0"/>
            <a:t>Le </a:t>
          </a:r>
          <a:r>
            <a:rPr lang="de-DE" sz="2100" kern="1200" dirty="0" err="1"/>
            <a:t>peggiori</a:t>
          </a:r>
          <a:r>
            <a:rPr lang="de-DE" sz="2100" kern="1200" dirty="0"/>
            <a:t> </a:t>
          </a:r>
          <a:r>
            <a:rPr lang="de-DE" sz="2100" kern="1200" dirty="0" err="1"/>
            <a:t>aziende</a:t>
          </a:r>
          <a:r>
            <a:rPr lang="de-DE" sz="2100" kern="1200" dirty="0"/>
            <a:t> </a:t>
          </a:r>
          <a:r>
            <a:rPr lang="de-DE" sz="2100" kern="1200" dirty="0" err="1"/>
            <a:t>che</a:t>
          </a:r>
          <a:r>
            <a:rPr lang="de-DE" sz="2100" kern="1200" dirty="0"/>
            <a:t> </a:t>
          </a:r>
          <a:r>
            <a:rPr lang="de-DE" sz="2100" kern="1200" dirty="0" err="1"/>
            <a:t>sconsigliamo</a:t>
          </a:r>
          <a:r>
            <a:rPr lang="de-DE" sz="2100" kern="1200" dirty="0"/>
            <a:t> di </a:t>
          </a:r>
          <a:r>
            <a:rPr lang="de-DE" sz="2100" kern="1200" dirty="0" err="1"/>
            <a:t>investire</a:t>
          </a:r>
          <a:r>
            <a:rPr lang="de-DE" sz="2100" kern="1200" dirty="0"/>
            <a:t> </a:t>
          </a:r>
          <a:r>
            <a:rPr lang="de-DE" sz="2100" kern="1200" dirty="0" err="1"/>
            <a:t>sono</a:t>
          </a:r>
          <a:r>
            <a:rPr lang="de-DE" sz="2100" kern="1200" dirty="0"/>
            <a:t> </a:t>
          </a:r>
          <a:r>
            <a:rPr lang="de-DE" sz="2100" kern="1200" dirty="0" err="1"/>
            <a:t>situate</a:t>
          </a:r>
          <a:r>
            <a:rPr lang="de-DE" sz="2100" kern="1200" dirty="0"/>
            <a:t> </a:t>
          </a:r>
          <a:r>
            <a:rPr lang="de-DE" sz="2100" kern="1200" dirty="0" err="1"/>
            <a:t>nel</a:t>
          </a:r>
          <a:r>
            <a:rPr lang="de-DE" sz="2100" kern="1200" dirty="0"/>
            <a:t> </a:t>
          </a:r>
          <a:r>
            <a:rPr lang="de-DE" sz="2100" kern="1200" dirty="0" err="1"/>
            <a:t>quadrante</a:t>
          </a:r>
          <a:r>
            <a:rPr lang="de-DE" sz="2100" kern="1200" dirty="0"/>
            <a:t> in </a:t>
          </a:r>
          <a:r>
            <a:rPr lang="de-DE" sz="2100" kern="1200" dirty="0" err="1"/>
            <a:t>basso</a:t>
          </a:r>
          <a:r>
            <a:rPr lang="de-DE" sz="2100" kern="1200" dirty="0"/>
            <a:t> a </a:t>
          </a:r>
          <a:r>
            <a:rPr lang="de-DE" sz="2100" kern="1200" dirty="0" err="1"/>
            <a:t>sinistra</a:t>
          </a:r>
          <a:r>
            <a:rPr lang="de-DE" sz="2100" kern="1200" dirty="0"/>
            <a:t>, </a:t>
          </a:r>
          <a:r>
            <a:rPr lang="de-DE" sz="2100" kern="1200" dirty="0" err="1"/>
            <a:t>come</a:t>
          </a:r>
          <a:r>
            <a:rPr lang="de-DE" sz="2100" kern="1200" dirty="0"/>
            <a:t> ad </a:t>
          </a:r>
          <a:r>
            <a:rPr lang="de-DE" sz="2100" kern="1200" dirty="0" err="1"/>
            <a:t>esempio</a:t>
          </a:r>
          <a:r>
            <a:rPr lang="de-DE" sz="2100" kern="1200" dirty="0"/>
            <a:t> le </a:t>
          </a:r>
          <a:r>
            <a:rPr lang="de-DE" sz="2100" kern="1200" dirty="0" err="1"/>
            <a:t>start</a:t>
          </a:r>
          <a:r>
            <a:rPr lang="de-DE" sz="2100" kern="1200" dirty="0"/>
            <a:t> up KOPEN S.R.L. - SMART HUB S.R.L. </a:t>
          </a:r>
          <a:endParaRPr lang="it-IT" sz="2100" kern="1200" dirty="0"/>
        </a:p>
      </dsp:txBody>
      <dsp:txXfrm>
        <a:off x="6388244" y="381039"/>
        <a:ext cx="4902400" cy="2377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FA3576-2E34-44A5-91FF-3C53AC3DA648}" type="datetime1">
              <a:rPr lang="it-IT" smtClean="0"/>
              <a:t>10/07/2024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1FEC-DF32-4E90-A279-29D5C0BB0773}" type="datetime1">
              <a:rPr lang="it-IT" smtClean="0"/>
              <a:pPr/>
              <a:t>10/07/2024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2805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7A23933-3F77-4C59-A775-45E2435C8368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3FB14C-AC96-42E5-BE0B-73EFAA1A7EA7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6327E91-20FF-43F1-A337-75953C73E7D7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DCB701-B7F2-4988-9CFB-241C1D412354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9B0459-76CC-4B94-A6C6-908B17D42BC8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D572E4-8572-44CF-B6FA-B15ECB2B0691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266B29-8DDF-40ED-AC5D-ED73AC5A6521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CFC7787-2DFD-4221-B49C-354C37128239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F07A8F-C5D3-4128-B052-E864993A59CE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CE9F-4108-4829-8F23-DFA9C926965D}" type="datetime1">
              <a:rPr lang="it-IT" noProof="0" smtClean="0"/>
              <a:t>10/07/2024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B59B6B-A2EF-4B30-AEF7-A3091D0F5449}" type="datetime1">
              <a:rPr lang="it-IT" noProof="0" smtClean="0"/>
              <a:t>10/07/2024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6BACEF-F5E2-445B-BCCF-A68C06C41D7B}" type="datetime1">
              <a:rPr lang="it-IT" noProof="0" smtClean="0"/>
              <a:t>10/07/2024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tartup.registroimprese.it/isin/hom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algn="ctr" rtl="0"/>
            <a:r>
              <a:rPr lang="de-DE" sz="6000" dirty="0">
                <a:solidFill>
                  <a:schemeClr val="bg1"/>
                </a:solidFill>
              </a:rPr>
              <a:t>P</a:t>
            </a:r>
            <a:r>
              <a:rPr lang="it-IT" sz="6000" dirty="0" err="1">
                <a:solidFill>
                  <a:schemeClr val="bg1"/>
                </a:solidFill>
              </a:rPr>
              <a:t>roject</a:t>
            </a:r>
            <a:r>
              <a:rPr lang="it-IT" sz="6000" dirty="0">
                <a:solidFill>
                  <a:schemeClr val="bg1"/>
                </a:solidFill>
              </a:rPr>
              <a:t> work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algn="r" rtl="0"/>
            <a:r>
              <a:rPr lang="de-DE" dirty="0" err="1">
                <a:solidFill>
                  <a:srgbClr val="7CEBFF"/>
                </a:solidFill>
              </a:rPr>
              <a:t>Realizzato</a:t>
            </a:r>
            <a:r>
              <a:rPr lang="de-DE" dirty="0">
                <a:solidFill>
                  <a:srgbClr val="7CEBFF"/>
                </a:solidFill>
              </a:rPr>
              <a:t> da </a:t>
            </a:r>
            <a:r>
              <a:rPr lang="de-DE" dirty="0" err="1">
                <a:solidFill>
                  <a:srgbClr val="7CEBFF"/>
                </a:solidFill>
              </a:rPr>
              <a:t>l.brancaleoni</a:t>
            </a:r>
            <a:r>
              <a:rPr lang="de-DE" dirty="0">
                <a:solidFill>
                  <a:srgbClr val="7CEBFF"/>
                </a:solidFill>
              </a:rPr>
              <a:t> e </a:t>
            </a:r>
            <a:r>
              <a:rPr lang="de-DE" dirty="0" err="1">
                <a:solidFill>
                  <a:srgbClr val="7CEBFF"/>
                </a:solidFill>
              </a:rPr>
              <a:t>v.monaco</a:t>
            </a:r>
            <a:endParaRPr lang="it-IT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pPr rtl="0"/>
            <a:r>
              <a:rPr lang="de-DE" sz="3200" dirty="0" err="1"/>
              <a:t>fasi</a:t>
            </a:r>
            <a:r>
              <a:rPr lang="it-IT" sz="3200" dirty="0"/>
              <a:t>:</a:t>
            </a:r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904335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88E6B8-8A8B-2964-8B3F-D5B77B8A3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766234"/>
            <a:ext cx="11574233" cy="988332"/>
          </a:xfrm>
          <a:ln>
            <a:noFill/>
          </a:ln>
          <a:effectLst>
            <a:softEdge rad="317500"/>
          </a:effectLst>
        </p:spPr>
        <p:txBody>
          <a:bodyPr anchor="b">
            <a:normAutofit/>
          </a:bodyPr>
          <a:lstStyle/>
          <a:p>
            <a:r>
              <a:rPr lang="de-DE" sz="3200" dirty="0" err="1"/>
              <a:t>Campionamento</a:t>
            </a:r>
            <a:r>
              <a:rPr lang="de-DE" sz="3200" dirty="0"/>
              <a:t> E SELEZIONE DEGLI INDICI</a:t>
            </a:r>
            <a:endParaRPr lang="it-IT" sz="32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D934317-74DA-4CEC-3C26-7422B0FA4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223" y="3059667"/>
            <a:ext cx="6312983" cy="2446280"/>
          </a:xfrm>
          <a:prstGeom prst="rect">
            <a:avLst/>
          </a:prstGeom>
          <a:noFill/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6FD3E0-DFDB-BB83-C125-1379B8504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5833" y="2763363"/>
            <a:ext cx="5422390" cy="267450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de-DE" sz="1700" dirty="0"/>
          </a:p>
          <a:p>
            <a:pPr>
              <a:lnSpc>
                <a:spcPct val="90000"/>
              </a:lnSpc>
            </a:pPr>
            <a:r>
              <a:rPr lang="de-DE" dirty="0">
                <a:solidFill>
                  <a:schemeClr val="accent2"/>
                </a:solidFill>
              </a:rPr>
              <a:t> 1  </a:t>
            </a:r>
            <a:r>
              <a:rPr lang="de-DE" sz="1700" dirty="0"/>
              <a:t>Il </a:t>
            </a:r>
            <a:r>
              <a:rPr lang="de-DE" sz="1700" dirty="0" err="1"/>
              <a:t>campionamento</a:t>
            </a:r>
            <a:r>
              <a:rPr lang="de-DE" sz="1700" dirty="0"/>
              <a:t> delle </a:t>
            </a:r>
            <a:r>
              <a:rPr lang="de-DE" sz="1700" dirty="0" err="1"/>
              <a:t>aziende</a:t>
            </a:r>
            <a:r>
              <a:rPr lang="de-DE" sz="1700" dirty="0"/>
              <a:t> é </a:t>
            </a:r>
            <a:r>
              <a:rPr lang="de-DE" sz="1700" dirty="0" err="1"/>
              <a:t>stato</a:t>
            </a:r>
            <a:r>
              <a:rPr lang="de-DE" sz="1700" dirty="0"/>
              <a:t> </a:t>
            </a:r>
            <a:r>
              <a:rPr lang="de-DE" sz="1700" dirty="0" err="1"/>
              <a:t>tratto</a:t>
            </a:r>
            <a:r>
              <a:rPr lang="de-DE" sz="1700" dirty="0"/>
              <a:t> da </a:t>
            </a:r>
            <a:r>
              <a:rPr lang="de-DE" sz="1700" dirty="0">
                <a:hlinkClick r:id="rId3"/>
              </a:rPr>
              <a:t>https://startup.registroimprese.it/isin/home</a:t>
            </a:r>
            <a:endParaRPr lang="de-DE" sz="1700" dirty="0"/>
          </a:p>
          <a:p>
            <a:pPr>
              <a:lnSpc>
                <a:spcPct val="90000"/>
              </a:lnSpc>
            </a:pPr>
            <a:r>
              <a:rPr lang="de-DE" dirty="0">
                <a:solidFill>
                  <a:schemeClr val="accent2"/>
                </a:solidFill>
              </a:rPr>
              <a:t>11</a:t>
            </a:r>
            <a:r>
              <a:rPr lang="de-DE" sz="1700" dirty="0"/>
              <a:t>  </a:t>
            </a:r>
            <a:r>
              <a:rPr lang="de-DE" sz="1700" dirty="0" err="1"/>
              <a:t>Importazione</a:t>
            </a:r>
            <a:r>
              <a:rPr lang="de-DE" sz="1700" dirty="0"/>
              <a:t> del </a:t>
            </a:r>
            <a:r>
              <a:rPr lang="de-DE" sz="1700" dirty="0" err="1"/>
              <a:t>dataset</a:t>
            </a:r>
            <a:r>
              <a:rPr lang="de-DE" sz="1700" dirty="0"/>
              <a:t> </a:t>
            </a:r>
            <a:r>
              <a:rPr lang="de-DE" sz="1700" dirty="0" err="1"/>
              <a:t>su</a:t>
            </a:r>
            <a:r>
              <a:rPr lang="de-DE" sz="1700" dirty="0"/>
              <a:t> </a:t>
            </a:r>
            <a:r>
              <a:rPr lang="de-DE" sz="1700" dirty="0" err="1"/>
              <a:t>excel</a:t>
            </a:r>
            <a:r>
              <a:rPr lang="de-DE" sz="1700" dirty="0"/>
              <a:t> per </a:t>
            </a:r>
            <a:r>
              <a:rPr lang="de-DE" sz="1700" dirty="0" err="1"/>
              <a:t>individuare</a:t>
            </a:r>
            <a:r>
              <a:rPr lang="de-DE" sz="1700" dirty="0"/>
              <a:t> le </a:t>
            </a:r>
            <a:r>
              <a:rPr lang="de-DE" sz="1700" dirty="0" err="1"/>
              <a:t>aziende</a:t>
            </a:r>
            <a:r>
              <a:rPr lang="de-DE" sz="1700" dirty="0"/>
              <a:t> (</a:t>
            </a:r>
            <a:r>
              <a:rPr lang="de-DE" sz="1700" dirty="0" err="1"/>
              <a:t>s.r.l</a:t>
            </a:r>
            <a:r>
              <a:rPr lang="de-DE" sz="1700" dirty="0"/>
              <a:t>. e </a:t>
            </a:r>
            <a:r>
              <a:rPr lang="de-DE" sz="1700" dirty="0" err="1"/>
              <a:t>s.p.a</a:t>
            </a:r>
            <a:r>
              <a:rPr lang="de-DE" sz="1700" dirty="0"/>
              <a:t>.) </a:t>
            </a:r>
            <a:r>
              <a:rPr lang="de-DE" sz="1700" dirty="0" err="1"/>
              <a:t>iscritte</a:t>
            </a:r>
            <a:r>
              <a:rPr lang="de-DE" sz="1700" dirty="0"/>
              <a:t> al </a:t>
            </a:r>
            <a:r>
              <a:rPr lang="de-DE" sz="1700" dirty="0" err="1"/>
              <a:t>registro</a:t>
            </a:r>
            <a:r>
              <a:rPr lang="de-DE" sz="1700" dirty="0"/>
              <a:t> delle </a:t>
            </a:r>
            <a:r>
              <a:rPr lang="de-DE" sz="1700" dirty="0" err="1"/>
              <a:t>start-up</a:t>
            </a:r>
            <a:r>
              <a:rPr lang="de-DE" sz="1700" dirty="0"/>
              <a:t>  (anno 2016)</a:t>
            </a:r>
          </a:p>
          <a:p>
            <a:r>
              <a:rPr lang="de-DE" dirty="0">
                <a:solidFill>
                  <a:schemeClr val="accent2"/>
                </a:solidFill>
              </a:rPr>
              <a:t>111</a:t>
            </a:r>
            <a:r>
              <a:rPr lang="de-DE" dirty="0"/>
              <a:t> </a:t>
            </a:r>
            <a:r>
              <a:rPr lang="de-DE" dirty="0" err="1"/>
              <a:t>Inserimento</a:t>
            </a:r>
            <a:r>
              <a:rPr lang="de-DE" dirty="0"/>
              <a:t> </a:t>
            </a:r>
            <a:r>
              <a:rPr lang="de-DE" dirty="0" err="1"/>
              <a:t>dei</a:t>
            </a:r>
            <a:r>
              <a:rPr lang="de-DE" dirty="0"/>
              <a:t> </a:t>
            </a:r>
            <a:r>
              <a:rPr lang="de-DE" dirty="0" err="1"/>
              <a:t>codici</a:t>
            </a:r>
            <a:r>
              <a:rPr lang="de-DE" dirty="0"/>
              <a:t> </a:t>
            </a:r>
            <a:r>
              <a:rPr lang="de-DE" dirty="0" err="1"/>
              <a:t>fiscali</a:t>
            </a:r>
            <a:r>
              <a:rPr lang="de-DE" dirty="0"/>
              <a:t> </a:t>
            </a:r>
            <a:r>
              <a:rPr lang="de-DE" dirty="0" err="1"/>
              <a:t>su</a:t>
            </a:r>
            <a:r>
              <a:rPr lang="de-DE" dirty="0"/>
              <a:t> Aida per la </a:t>
            </a:r>
            <a:r>
              <a:rPr lang="de-DE" dirty="0" err="1"/>
              <a:t>selezione</a:t>
            </a:r>
            <a:r>
              <a:rPr lang="de-DE" dirty="0"/>
              <a:t> </a:t>
            </a:r>
            <a:r>
              <a:rPr lang="de-DE" dirty="0" err="1"/>
              <a:t>degli</a:t>
            </a:r>
            <a:r>
              <a:rPr lang="de-DE" dirty="0"/>
              <a:t> </a:t>
            </a:r>
            <a:r>
              <a:rPr lang="de-DE" dirty="0" err="1"/>
              <a:t>indici</a:t>
            </a:r>
            <a:r>
              <a:rPr lang="de-DE" dirty="0"/>
              <a:t>.</a:t>
            </a:r>
          </a:p>
          <a:p>
            <a:pPr>
              <a:lnSpc>
                <a:spcPct val="90000"/>
              </a:lnSpc>
            </a:pPr>
            <a:endParaRPr lang="it-IT" sz="17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8685107-AAF9-1E08-944D-FDB8273ED57E}"/>
              </a:ext>
            </a:extLst>
          </p:cNvPr>
          <p:cNvSpPr txBox="1"/>
          <p:nvPr/>
        </p:nvSpPr>
        <p:spPr>
          <a:xfrm>
            <a:off x="429769" y="2531393"/>
            <a:ext cx="11581437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Per la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realizzazione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del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progetto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abbiamo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scelto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di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analizzare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le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start-up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appartenenti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al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settore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della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costruzione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degli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de-DE" sz="17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edifici</a:t>
            </a:r>
            <a:r>
              <a:rPr kumimoji="0" lang="de-DE" sz="17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7AD8B9F-100F-5C75-E974-23633922E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9" y="1260400"/>
            <a:ext cx="448055" cy="4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8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0B20035C-32AC-5E07-45EF-25FF79A83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3105972"/>
              </p:ext>
            </p:extLst>
          </p:nvPr>
        </p:nvGraphicFramePr>
        <p:xfrm>
          <a:off x="2026702" y="171799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olo 2">
            <a:extLst>
              <a:ext uri="{FF2B5EF4-FFF2-40B4-BE49-F238E27FC236}">
                <a16:creationId xmlns:a16="http://schemas.microsoft.com/office/drawing/2014/main" id="{00D07EBD-5C3E-5594-B679-8473DAF54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dirty="0" err="1"/>
              <a:t>Indici</a:t>
            </a:r>
            <a:r>
              <a:rPr lang="de-DE" sz="3200" dirty="0"/>
              <a:t> SCELTI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2604417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1" y="753500"/>
            <a:ext cx="10760416" cy="1013800"/>
          </a:xfrm>
        </p:spPr>
        <p:txBody>
          <a:bodyPr rtlCol="0">
            <a:normAutofit/>
          </a:bodyPr>
          <a:lstStyle/>
          <a:p>
            <a:pPr rtl="0"/>
            <a:r>
              <a:rPr lang="de-DE" dirty="0">
                <a:solidFill>
                  <a:srgbClr val="FFFEFF"/>
                </a:solidFill>
              </a:rPr>
              <a:t>Analisi del </a:t>
            </a:r>
            <a:r>
              <a:rPr lang="de-DE" dirty="0" err="1">
                <a:solidFill>
                  <a:srgbClr val="FFFEFF"/>
                </a:solidFill>
              </a:rPr>
              <a:t>dataset</a:t>
            </a:r>
            <a:r>
              <a:rPr lang="de-DE" dirty="0">
                <a:solidFill>
                  <a:srgbClr val="FFFEFF"/>
                </a:solidFill>
              </a:rPr>
              <a:t> </a:t>
            </a:r>
            <a:r>
              <a:rPr lang="de-DE" dirty="0" err="1">
                <a:solidFill>
                  <a:srgbClr val="FFFEFF"/>
                </a:solidFill>
              </a:rPr>
              <a:t>su</a:t>
            </a:r>
            <a:r>
              <a:rPr lang="de-DE" dirty="0">
                <a:solidFill>
                  <a:srgbClr val="FFFEFF"/>
                </a:solidFill>
              </a:rPr>
              <a:t> r</a:t>
            </a:r>
            <a:endParaRPr lang="it-IT" dirty="0">
              <a:solidFill>
                <a:srgbClr val="FFFEFF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058491-F5EF-7054-0EAD-30604A64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0240" y="1192510"/>
            <a:ext cx="2221991" cy="27485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Nell‘analisi</a:t>
            </a:r>
            <a:r>
              <a:rPr lang="de-DE" dirty="0"/>
              <a:t> </a:t>
            </a:r>
            <a:r>
              <a:rPr lang="de-DE" dirty="0" err="1"/>
              <a:t>su</a:t>
            </a:r>
            <a:r>
              <a:rPr lang="de-DE" dirty="0"/>
              <a:t> R </a:t>
            </a:r>
            <a:r>
              <a:rPr lang="de-DE" dirty="0" err="1"/>
              <a:t>abbiamo</a:t>
            </a:r>
            <a:r>
              <a:rPr lang="de-DE" dirty="0"/>
              <a:t> </a:t>
            </a:r>
            <a:r>
              <a:rPr lang="de-DE" dirty="0" err="1"/>
              <a:t>svolto</a:t>
            </a:r>
            <a:r>
              <a:rPr lang="de-DE" dirty="0"/>
              <a:t> la </a:t>
            </a:r>
            <a:r>
              <a:rPr lang="de-DE" dirty="0" err="1"/>
              <a:t>p.c.a</a:t>
            </a:r>
            <a:r>
              <a:rPr lang="de-DE" dirty="0"/>
              <a:t>. di 24 </a:t>
            </a:r>
            <a:r>
              <a:rPr lang="de-DE" dirty="0" err="1"/>
              <a:t>aziende</a:t>
            </a:r>
            <a:r>
              <a:rPr lang="de-DE" dirty="0"/>
              <a:t> </a:t>
            </a:r>
            <a:r>
              <a:rPr lang="de-DE" dirty="0" err="1"/>
              <a:t>che</a:t>
            </a:r>
            <a:r>
              <a:rPr lang="de-DE" dirty="0"/>
              <a:t> </a:t>
            </a:r>
            <a:r>
              <a:rPr lang="de-DE" dirty="0" err="1"/>
              <a:t>disponevano</a:t>
            </a:r>
            <a:r>
              <a:rPr lang="de-DE" dirty="0"/>
              <a:t> di </a:t>
            </a:r>
            <a:r>
              <a:rPr lang="de-DE" dirty="0" err="1"/>
              <a:t>dati</a:t>
            </a:r>
            <a:r>
              <a:rPr lang="de-DE" dirty="0"/>
              <a:t> </a:t>
            </a:r>
            <a:r>
              <a:rPr lang="de-DE" dirty="0" err="1"/>
              <a:t>completi</a:t>
            </a:r>
            <a:r>
              <a:rPr lang="de-DE" dirty="0"/>
              <a:t>.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59A9A63-1552-7DD1-1758-4C461410A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9" y="1260400"/>
            <a:ext cx="448055" cy="44805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5532567-E2A2-22A3-9156-D19E77B52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9" y="1942318"/>
            <a:ext cx="9015984" cy="441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C20A60C-77BA-4A7B-87E3-5535A1C9E766}"/>
              </a:ext>
            </a:extLst>
          </p:cNvPr>
          <p:cNvSpPr txBox="1"/>
          <p:nvPr/>
        </p:nvSpPr>
        <p:spPr>
          <a:xfrm>
            <a:off x="438912" y="658368"/>
            <a:ext cx="56570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accent2"/>
                </a:solidFill>
              </a:rPr>
              <a:t>I</a:t>
            </a:r>
            <a:r>
              <a:rPr lang="de-DE" dirty="0"/>
              <a:t> </a:t>
            </a:r>
            <a:r>
              <a:rPr lang="de-DE" dirty="0" err="1"/>
              <a:t>Standardizzazione</a:t>
            </a:r>
            <a:r>
              <a:rPr lang="de-DE" dirty="0"/>
              <a:t> delle </a:t>
            </a:r>
            <a:r>
              <a:rPr lang="de-DE" dirty="0" err="1"/>
              <a:t>variabili</a:t>
            </a:r>
            <a:r>
              <a:rPr lang="de-DE" dirty="0"/>
              <a:t> </a:t>
            </a:r>
            <a:r>
              <a:rPr lang="de-DE" dirty="0" err="1"/>
              <a:t>misurate</a:t>
            </a:r>
            <a:r>
              <a:rPr lang="de-DE" dirty="0"/>
              <a:t> </a:t>
            </a:r>
            <a:r>
              <a:rPr lang="de-DE" dirty="0" err="1"/>
              <a:t>su</a:t>
            </a:r>
            <a:r>
              <a:rPr lang="de-DE" dirty="0"/>
              <a:t> </a:t>
            </a:r>
            <a:r>
              <a:rPr lang="de-DE" dirty="0" err="1"/>
              <a:t>scale</a:t>
            </a:r>
            <a:r>
              <a:rPr lang="de-DE" dirty="0"/>
              <a:t> diverse</a:t>
            </a:r>
          </a:p>
          <a:p>
            <a:r>
              <a:rPr lang="de-DE" dirty="0">
                <a:solidFill>
                  <a:schemeClr val="accent2"/>
                </a:solidFill>
              </a:rPr>
              <a:t>II</a:t>
            </a:r>
            <a:r>
              <a:rPr lang="de-DE" dirty="0"/>
              <a:t> Analisi </a:t>
            </a:r>
            <a:r>
              <a:rPr lang="de-DE" dirty="0" err="1"/>
              <a:t>componenti</a:t>
            </a:r>
            <a:r>
              <a:rPr lang="de-DE" dirty="0"/>
              <a:t> </a:t>
            </a:r>
            <a:r>
              <a:rPr lang="de-DE" dirty="0" err="1"/>
              <a:t>principali</a:t>
            </a:r>
            <a:endParaRPr lang="de-DE" dirty="0"/>
          </a:p>
          <a:p>
            <a:endParaRPr lang="de-DE" dirty="0"/>
          </a:p>
          <a:p>
            <a:endParaRPr lang="de-DE" dirty="0">
              <a:solidFill>
                <a:schemeClr val="accent2"/>
              </a:solidFill>
            </a:endParaRPr>
          </a:p>
          <a:p>
            <a:endParaRPr lang="de-DE" dirty="0">
              <a:solidFill>
                <a:schemeClr val="accent2"/>
              </a:solidFill>
            </a:endParaRPr>
          </a:p>
          <a:p>
            <a:endParaRPr lang="de-DE" dirty="0">
              <a:solidFill>
                <a:schemeClr val="accent2"/>
              </a:solidFill>
            </a:endParaRPr>
          </a:p>
          <a:p>
            <a:endParaRPr lang="de-DE" dirty="0">
              <a:solidFill>
                <a:schemeClr val="accent2"/>
              </a:solidFill>
            </a:endParaRPr>
          </a:p>
          <a:p>
            <a:endParaRPr lang="de-DE" dirty="0">
              <a:solidFill>
                <a:schemeClr val="accent2"/>
              </a:solidFill>
            </a:endParaRPr>
          </a:p>
          <a:p>
            <a:r>
              <a:rPr lang="de-DE" dirty="0">
                <a:solidFill>
                  <a:schemeClr val="accent2"/>
                </a:solidFill>
              </a:rPr>
              <a:t>III </a:t>
            </a:r>
            <a:r>
              <a:rPr lang="de-DE" dirty="0" err="1"/>
              <a:t>Produzione</a:t>
            </a:r>
            <a:r>
              <a:rPr lang="de-DE" dirty="0"/>
              <a:t> </a:t>
            </a:r>
            <a:r>
              <a:rPr lang="de-DE" dirty="0" err="1"/>
              <a:t>mappa</a:t>
            </a:r>
            <a:r>
              <a:rPr lang="de-DE" dirty="0"/>
              <a:t> </a:t>
            </a:r>
            <a:r>
              <a:rPr lang="de-DE" dirty="0" err="1"/>
              <a:t>fattoriale</a:t>
            </a:r>
            <a:r>
              <a:rPr lang="de-DE" dirty="0"/>
              <a:t> delle </a:t>
            </a:r>
            <a:r>
              <a:rPr lang="de-DE" dirty="0" err="1"/>
              <a:t>variabili</a:t>
            </a:r>
            <a:r>
              <a:rPr lang="de-DE" dirty="0"/>
              <a:t>:</a:t>
            </a:r>
          </a:p>
          <a:p>
            <a:r>
              <a:rPr lang="de-DE" dirty="0"/>
              <a:t>   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985F6F6-7940-7301-3212-04066E79F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97" y="3261361"/>
            <a:ext cx="4796734" cy="295030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4BB733BF-99D9-630A-F1A7-833A4F2A69FB}"/>
              </a:ext>
            </a:extLst>
          </p:cNvPr>
          <p:cNvSpPr txBox="1"/>
          <p:nvPr/>
        </p:nvSpPr>
        <p:spPr>
          <a:xfrm>
            <a:off x="0" y="6211669"/>
            <a:ext cx="5480305" cy="64633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de-DE" dirty="0" err="1"/>
              <a:t>Interpretazione</a:t>
            </a:r>
            <a:r>
              <a:rPr lang="de-DE" dirty="0"/>
              <a:t> della </a:t>
            </a:r>
            <a:r>
              <a:rPr lang="de-DE" dirty="0" err="1"/>
              <a:t>variabili</a:t>
            </a:r>
            <a:r>
              <a:rPr lang="de-DE" dirty="0"/>
              <a:t> </a:t>
            </a:r>
            <a:r>
              <a:rPr lang="de-DE" dirty="0" err="1"/>
              <a:t>fuorviante</a:t>
            </a:r>
            <a:r>
              <a:rPr lang="de-DE" dirty="0"/>
              <a:t>, si </a:t>
            </a:r>
            <a:r>
              <a:rPr lang="de-DE" dirty="0" err="1"/>
              <a:t>effettua</a:t>
            </a:r>
            <a:r>
              <a:rPr lang="de-DE" dirty="0"/>
              <a:t> </a:t>
            </a:r>
            <a:r>
              <a:rPr lang="de-DE" dirty="0" err="1"/>
              <a:t>una</a:t>
            </a:r>
            <a:r>
              <a:rPr lang="de-DE" dirty="0"/>
              <a:t> </a:t>
            </a:r>
            <a:r>
              <a:rPr lang="de-DE" dirty="0" err="1"/>
              <a:t>rotazione</a:t>
            </a:r>
            <a:r>
              <a:rPr lang="de-DE" dirty="0"/>
              <a:t>.</a:t>
            </a:r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1886B0F-FC0F-BA2F-657D-46DBD018B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92" y="1557473"/>
            <a:ext cx="4866040" cy="105516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8B27989C-2249-535C-5E4A-E047D870012A}"/>
              </a:ext>
            </a:extLst>
          </p:cNvPr>
          <p:cNvSpPr txBox="1"/>
          <p:nvPr/>
        </p:nvSpPr>
        <p:spPr>
          <a:xfrm>
            <a:off x="5891062" y="1060153"/>
            <a:ext cx="5764576" cy="120032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de-DE" dirty="0" err="1"/>
              <a:t>Considerazione</a:t>
            </a:r>
            <a:r>
              <a:rPr lang="de-DE" dirty="0"/>
              <a:t> delle prime due </a:t>
            </a:r>
            <a:r>
              <a:rPr lang="de-DE" dirty="0" err="1"/>
              <a:t>componenti</a:t>
            </a:r>
            <a:r>
              <a:rPr lang="de-DE" dirty="0"/>
              <a:t> </a:t>
            </a:r>
            <a:r>
              <a:rPr lang="de-DE" dirty="0" err="1"/>
              <a:t>principali</a:t>
            </a:r>
            <a:r>
              <a:rPr lang="de-DE" dirty="0"/>
              <a:t> </a:t>
            </a:r>
            <a:r>
              <a:rPr lang="de-DE" dirty="0" err="1"/>
              <a:t>che</a:t>
            </a:r>
            <a:r>
              <a:rPr lang="de-DE" dirty="0"/>
              <a:t> </a:t>
            </a:r>
            <a:r>
              <a:rPr lang="de-DE" dirty="0" err="1"/>
              <a:t>spiegano</a:t>
            </a:r>
            <a:r>
              <a:rPr lang="de-DE" dirty="0"/>
              <a:t> circa </a:t>
            </a:r>
            <a:r>
              <a:rPr lang="de-DE" dirty="0" err="1"/>
              <a:t>il</a:t>
            </a:r>
            <a:r>
              <a:rPr lang="de-DE" dirty="0"/>
              <a:t> 60% della </a:t>
            </a:r>
            <a:r>
              <a:rPr lang="de-DE" dirty="0" err="1"/>
              <a:t>variabilitá</a:t>
            </a:r>
            <a:r>
              <a:rPr lang="de-DE" dirty="0"/>
              <a:t> totale e </a:t>
            </a:r>
            <a:r>
              <a:rPr lang="de-DE" dirty="0" err="1"/>
              <a:t>autovalori</a:t>
            </a:r>
            <a:r>
              <a:rPr lang="de-DE" dirty="0"/>
              <a:t> </a:t>
            </a:r>
            <a:r>
              <a:rPr lang="de-DE" dirty="0" err="1"/>
              <a:t>maggiori</a:t>
            </a:r>
            <a:r>
              <a:rPr lang="de-DE" dirty="0"/>
              <a:t> di </a:t>
            </a:r>
            <a:r>
              <a:rPr lang="de-DE" dirty="0">
                <a:latin typeface="Abadi" panose="020F0502020204030204" pitchFamily="34" charset="0"/>
              </a:rPr>
              <a:t>1</a:t>
            </a:r>
            <a:r>
              <a:rPr lang="de-DE" dirty="0"/>
              <a:t> (</a:t>
            </a:r>
            <a:r>
              <a:rPr lang="de-DE" dirty="0" err="1"/>
              <a:t>criterio</a:t>
            </a:r>
            <a:r>
              <a:rPr lang="de-DE" dirty="0"/>
              <a:t> di Kaiser), </a:t>
            </a:r>
            <a:r>
              <a:rPr lang="de-DE" dirty="0" err="1"/>
              <a:t>inseguito</a:t>
            </a:r>
            <a:r>
              <a:rPr lang="de-DE" dirty="0"/>
              <a:t> </a:t>
            </a:r>
            <a:r>
              <a:rPr lang="de-DE" dirty="0" err="1"/>
              <a:t>con</a:t>
            </a:r>
            <a:r>
              <a:rPr lang="de-DE" dirty="0"/>
              <a:t> la </a:t>
            </a:r>
            <a:r>
              <a:rPr lang="de-DE" dirty="0" err="1"/>
              <a:t>validazione</a:t>
            </a:r>
            <a:r>
              <a:rPr lang="de-DE" dirty="0"/>
              <a:t> </a:t>
            </a:r>
            <a:r>
              <a:rPr lang="de-DE" dirty="0" err="1"/>
              <a:t>confermiamo</a:t>
            </a:r>
            <a:r>
              <a:rPr lang="de-DE" dirty="0"/>
              <a:t> la </a:t>
            </a:r>
            <a:r>
              <a:rPr lang="de-DE" dirty="0" err="1"/>
              <a:t>scelta</a:t>
            </a:r>
            <a:r>
              <a:rPr lang="de-DE" dirty="0"/>
              <a:t>.</a:t>
            </a:r>
            <a:endParaRPr lang="it-IT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E761AAD5-19CC-D3EB-861A-478CAD9F1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062" y="2260482"/>
            <a:ext cx="3879123" cy="153913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5FB0C0B-1F64-5793-68BD-2DE3B986B4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062" y="3821686"/>
            <a:ext cx="5540991" cy="75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82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testo, schermata, diagramma, numero">
            <a:extLst>
              <a:ext uri="{FF2B5EF4-FFF2-40B4-BE49-F238E27FC236}">
                <a16:creationId xmlns:a16="http://schemas.microsoft.com/office/drawing/2014/main" id="{A6B97131-EF02-C94B-F7E0-63B044E4C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" y="1065826"/>
            <a:ext cx="11878056" cy="4726347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654492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953" y="766234"/>
            <a:ext cx="11029616" cy="988332"/>
          </a:xfrm>
        </p:spPr>
        <p:txBody>
          <a:bodyPr rtlCol="0"/>
          <a:lstStyle/>
          <a:p>
            <a:pPr rtl="0"/>
            <a:r>
              <a:rPr lang="de-DE" dirty="0"/>
              <a:t>INTERPRETAZIONE </a:t>
            </a:r>
            <a:r>
              <a:rPr lang="de-DE" dirty="0" err="1"/>
              <a:t>Dei</a:t>
            </a:r>
            <a:r>
              <a:rPr lang="de-DE" dirty="0"/>
              <a:t> RISULTATI OTTENUTI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121C5AE-5934-A696-5641-CD0BDDCF7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9" y="1260400"/>
            <a:ext cx="448055" cy="448055"/>
          </a:xfrm>
          <a:prstGeom prst="rect">
            <a:avLst/>
          </a:prstGeo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CB26F504-3905-7F37-23D1-F0A88225BD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347473" y="1960403"/>
            <a:ext cx="5641245" cy="1250108"/>
          </a:xfrm>
        </p:spPr>
      </p:pic>
      <p:pic>
        <p:nvPicPr>
          <p:cNvPr id="13" name="Segnaposto contenuto 12">
            <a:extLst>
              <a:ext uri="{FF2B5EF4-FFF2-40B4-BE49-F238E27FC236}">
                <a16:creationId xmlns:a16="http://schemas.microsoft.com/office/drawing/2014/main" id="{B4EB72C1-086A-D2EE-A8F4-B14AF9BD18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347473" y="3856842"/>
            <a:ext cx="4838316" cy="3001158"/>
          </a:xfr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5FFF78-DF4B-4576-30B8-CCD961073D45}"/>
              </a:ext>
            </a:extLst>
          </p:cNvPr>
          <p:cNvSpPr txBox="1"/>
          <p:nvPr/>
        </p:nvSpPr>
        <p:spPr>
          <a:xfrm>
            <a:off x="347473" y="3210511"/>
            <a:ext cx="5452963" cy="64633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de-DE" dirty="0" err="1"/>
              <a:t>Calcolo</a:t>
            </a:r>
            <a:r>
              <a:rPr lang="de-DE" dirty="0"/>
              <a:t> e </a:t>
            </a:r>
            <a:r>
              <a:rPr lang="de-DE" dirty="0" err="1"/>
              <a:t>costruzione</a:t>
            </a:r>
            <a:r>
              <a:rPr lang="de-DE" dirty="0"/>
              <a:t> </a:t>
            </a:r>
            <a:r>
              <a:rPr lang="de-DE" dirty="0" err="1"/>
              <a:t>degli</a:t>
            </a:r>
            <a:r>
              <a:rPr lang="de-DE" dirty="0"/>
              <a:t> </a:t>
            </a:r>
            <a:r>
              <a:rPr lang="de-DE" dirty="0" err="1"/>
              <a:t>scores</a:t>
            </a:r>
            <a:r>
              <a:rPr lang="de-DE" dirty="0"/>
              <a:t> per </a:t>
            </a:r>
            <a:r>
              <a:rPr lang="de-DE" dirty="0" err="1"/>
              <a:t>comprendere</a:t>
            </a:r>
            <a:r>
              <a:rPr lang="de-DE" dirty="0"/>
              <a:t> se le </a:t>
            </a:r>
            <a:r>
              <a:rPr lang="de-DE" dirty="0" err="1"/>
              <a:t>aziende</a:t>
            </a:r>
            <a:r>
              <a:rPr lang="de-DE" dirty="0"/>
              <a:t> </a:t>
            </a:r>
            <a:r>
              <a:rPr lang="de-DE" dirty="0" err="1"/>
              <a:t>sono</a:t>
            </a:r>
            <a:r>
              <a:rPr lang="de-DE" dirty="0"/>
              <a:t> </a:t>
            </a:r>
            <a:r>
              <a:rPr lang="de-DE" dirty="0" err="1"/>
              <a:t>migliorate</a:t>
            </a:r>
            <a:r>
              <a:rPr lang="de-DE" dirty="0"/>
              <a:t> o </a:t>
            </a:r>
            <a:r>
              <a:rPr lang="de-DE" dirty="0" err="1"/>
              <a:t>peggiorate</a:t>
            </a:r>
            <a:r>
              <a:rPr lang="de-DE" dirty="0"/>
              <a:t> </a:t>
            </a:r>
            <a:r>
              <a:rPr lang="de-DE" dirty="0" err="1"/>
              <a:t>nei</a:t>
            </a:r>
            <a:r>
              <a:rPr lang="de-DE" dirty="0"/>
              <a:t> </a:t>
            </a:r>
            <a:r>
              <a:rPr lang="de-DE" dirty="0" err="1"/>
              <a:t>tre</a:t>
            </a:r>
            <a:r>
              <a:rPr lang="de-DE" dirty="0"/>
              <a:t> </a:t>
            </a:r>
            <a:r>
              <a:rPr lang="de-DE" dirty="0" err="1"/>
              <a:t>anni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E0FBE70-E375-D107-F8E8-BA629762C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5513" y="2339391"/>
            <a:ext cx="6237553" cy="39425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a 5">
            <a:extLst>
              <a:ext uri="{FF2B5EF4-FFF2-40B4-BE49-F238E27FC236}">
                <a16:creationId xmlns:a16="http://schemas.microsoft.com/office/drawing/2014/main" id="{8332027C-ACC7-CB5F-574E-4CFD7755A9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9642672"/>
              </p:ext>
            </p:extLst>
          </p:nvPr>
        </p:nvGraphicFramePr>
        <p:xfrm>
          <a:off x="413004" y="1859339"/>
          <a:ext cx="11365992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65697754-0B0B-6E21-AF37-A7170D76AA2C}"/>
              </a:ext>
            </a:extLst>
          </p:cNvPr>
          <p:cNvSpPr/>
          <p:nvPr/>
        </p:nvSpPr>
        <p:spPr>
          <a:xfrm>
            <a:off x="413004" y="4998660"/>
            <a:ext cx="10745724" cy="850392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dirty="0">
              <a:solidFill>
                <a:schemeClr val="accent1"/>
              </a:solidFill>
            </a:endParaRPr>
          </a:p>
          <a:p>
            <a:r>
              <a:rPr lang="de-DE" dirty="0" err="1">
                <a:solidFill>
                  <a:schemeClr val="accent1"/>
                </a:solidFill>
              </a:rPr>
              <a:t>l‘azienda</a:t>
            </a:r>
            <a:r>
              <a:rPr lang="de-DE" dirty="0">
                <a:solidFill>
                  <a:schemeClr val="accent1"/>
                </a:solidFill>
              </a:rPr>
              <a:t> 8 é </a:t>
            </a:r>
            <a:r>
              <a:rPr lang="de-DE" dirty="0" err="1">
                <a:solidFill>
                  <a:schemeClr val="accent1"/>
                </a:solidFill>
              </a:rPr>
              <a:t>quella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 err="1">
                <a:solidFill>
                  <a:schemeClr val="accent1"/>
                </a:solidFill>
              </a:rPr>
              <a:t>che</a:t>
            </a:r>
            <a:r>
              <a:rPr lang="de-DE" dirty="0">
                <a:solidFill>
                  <a:schemeClr val="accent1"/>
                </a:solidFill>
              </a:rPr>
              <a:t> ha </a:t>
            </a:r>
            <a:r>
              <a:rPr lang="de-DE" dirty="0" err="1">
                <a:solidFill>
                  <a:schemeClr val="accent1"/>
                </a:solidFill>
              </a:rPr>
              <a:t>avuto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 err="1">
                <a:solidFill>
                  <a:schemeClr val="accent1"/>
                </a:solidFill>
              </a:rPr>
              <a:t>il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 err="1">
                <a:solidFill>
                  <a:schemeClr val="accent1"/>
                </a:solidFill>
              </a:rPr>
              <a:t>miglioramento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 err="1">
                <a:solidFill>
                  <a:schemeClr val="accent1"/>
                </a:solidFill>
              </a:rPr>
              <a:t>piú</a:t>
            </a:r>
            <a:r>
              <a:rPr lang="de-DE" dirty="0">
                <a:solidFill>
                  <a:schemeClr val="accent1"/>
                </a:solidFill>
              </a:rPr>
              <a:t> </a:t>
            </a:r>
            <a:r>
              <a:rPr lang="de-DE" dirty="0" err="1">
                <a:solidFill>
                  <a:schemeClr val="accent1"/>
                </a:solidFill>
              </a:rPr>
              <a:t>corposo</a:t>
            </a:r>
            <a:r>
              <a:rPr lang="de-DE" dirty="0">
                <a:solidFill>
                  <a:schemeClr val="accent1"/>
                </a:solidFill>
              </a:rPr>
              <a:t> </a:t>
            </a:r>
          </a:p>
          <a:p>
            <a:pPr algn="ctr"/>
            <a:endParaRPr lang="it-IT" dirty="0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A2D8080-96E9-09DD-153D-872DEC13A0FA}"/>
              </a:ext>
            </a:extLst>
          </p:cNvPr>
          <p:cNvSpPr/>
          <p:nvPr/>
        </p:nvSpPr>
        <p:spPr>
          <a:xfrm>
            <a:off x="413004" y="4998660"/>
            <a:ext cx="103169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2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NOTA:</a:t>
            </a:r>
            <a:endParaRPr lang="it-IT" sz="20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3241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it-IT">
                <a:solidFill>
                  <a:srgbClr val="FFFFFF"/>
                </a:solidFill>
              </a:rPr>
              <a:t>Grazie</a:t>
            </a:r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6" name="Sottotitolo 5">
            <a:extLst>
              <a:ext uri="{FF2B5EF4-FFF2-40B4-BE49-F238E27FC236}">
                <a16:creationId xmlns:a16="http://schemas.microsoft.com/office/drawing/2014/main" id="{ED31F999-C919-FBF7-6843-20D16A79B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5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{A8DCB3BB-F4D2-4169-908E-8ABB45115DA3}tf56390039_win32</Template>
  <TotalTime>3124</TotalTime>
  <Words>374</Words>
  <Application>Microsoft Office PowerPoint</Application>
  <PresentationFormat>Widescreen</PresentationFormat>
  <Paragraphs>49</Paragraphs>
  <Slides>10</Slides>
  <Notes>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Abadi</vt:lpstr>
      <vt:lpstr>Calibri</vt:lpstr>
      <vt:lpstr>Gill Sans MT</vt:lpstr>
      <vt:lpstr>Wingdings 2</vt:lpstr>
      <vt:lpstr>Personalizzata</vt:lpstr>
      <vt:lpstr>Project work</vt:lpstr>
      <vt:lpstr>fasi:</vt:lpstr>
      <vt:lpstr>Campionamento E SELEZIONE DEGLI INDICI</vt:lpstr>
      <vt:lpstr>Indici SCELTI</vt:lpstr>
      <vt:lpstr>Analisi del dataset su r</vt:lpstr>
      <vt:lpstr>Presentazione standard di PowerPoint</vt:lpstr>
      <vt:lpstr>Presentazione standard di PowerPoint</vt:lpstr>
      <vt:lpstr>INTERPRETAZIONE Dei RISULTATI OTTENUTI</vt:lpstr>
      <vt:lpstr>Presentazione standard di PowerPoint</vt:lpstr>
      <vt:lpstr>Grazie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work</dc:title>
  <dc:creator>Vincenzo Monaco - vincenzo.monaco2@studio.unibo.it</dc:creator>
  <cp:lastModifiedBy>Vincenzo Monaco - vincenzo.monaco2@studio.unibo.it</cp:lastModifiedBy>
  <cp:revision>29</cp:revision>
  <dcterms:created xsi:type="dcterms:W3CDTF">2024-05-16T14:43:04Z</dcterms:created>
  <dcterms:modified xsi:type="dcterms:W3CDTF">2024-07-10T18:12:45Z</dcterms:modified>
</cp:coreProperties>
</file>